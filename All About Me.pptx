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57" r:id="rId11"/>
    <p:sldId id="25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68" autoAdjust="0"/>
    <p:restoredTop sz="94660"/>
  </p:normalViewPr>
  <p:slideViewPr>
    <p:cSldViewPr snapToGrid="0">
      <p:cViewPr varScale="1">
        <p:scale>
          <a:sx n="72" d="100"/>
          <a:sy n="72" d="100"/>
        </p:scale>
        <p:origin x="6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1F8297-D156-42A9-86B6-A100C1366836}" type="doc">
      <dgm:prSet loTypeId="urn:microsoft.com/office/officeart/2005/8/layout/chevron1" loCatId="process" qsTypeId="urn:microsoft.com/office/officeart/2005/8/quickstyle/simple5" qsCatId="simple" csTypeId="urn:microsoft.com/office/officeart/2005/8/colors/colorful4" csCatId="colorful"/>
      <dgm:spPr/>
      <dgm:t>
        <a:bodyPr/>
        <a:lstStyle/>
        <a:p>
          <a:endParaRPr lang="en-US"/>
        </a:p>
      </dgm:t>
    </dgm:pt>
    <dgm:pt modelId="{295325FF-9647-43C3-B6F5-A226017E2C6F}">
      <dgm:prSet/>
      <dgm:spPr/>
      <dgm:t>
        <a:bodyPr/>
        <a:lstStyle/>
        <a:p>
          <a:r>
            <a:rPr lang="en-US" dirty="0"/>
            <a:t>I went to Anson Highschool</a:t>
          </a:r>
        </a:p>
      </dgm:t>
    </dgm:pt>
    <dgm:pt modelId="{0CC51336-6849-474A-A152-2281DD45CA31}" type="parTrans" cxnId="{6796910A-5441-4EF3-BBD6-7DC30B805337}">
      <dgm:prSet/>
      <dgm:spPr/>
      <dgm:t>
        <a:bodyPr/>
        <a:lstStyle/>
        <a:p>
          <a:endParaRPr lang="en-US"/>
        </a:p>
      </dgm:t>
    </dgm:pt>
    <dgm:pt modelId="{E0886C38-3D8C-448A-9BFB-9145324D90A7}" type="sibTrans" cxnId="{6796910A-5441-4EF3-BBD6-7DC30B805337}">
      <dgm:prSet/>
      <dgm:spPr/>
      <dgm:t>
        <a:bodyPr/>
        <a:lstStyle/>
        <a:p>
          <a:endParaRPr lang="en-US"/>
        </a:p>
      </dgm:t>
    </dgm:pt>
    <dgm:pt modelId="{D080E571-6A39-44ED-BFA2-B6917BB04E1B}">
      <dgm:prSet/>
      <dgm:spPr/>
      <dgm:t>
        <a:bodyPr/>
        <a:lstStyle/>
        <a:p>
          <a:r>
            <a:rPr lang="en-US"/>
            <a:t>I am a nursing major</a:t>
          </a:r>
        </a:p>
      </dgm:t>
    </dgm:pt>
    <dgm:pt modelId="{F5BCEA40-03CC-41EF-A24C-E2C3DC04DD6C}" type="parTrans" cxnId="{1EA6EF5F-4B02-4124-8A6A-9E96CFC8FA8B}">
      <dgm:prSet/>
      <dgm:spPr/>
      <dgm:t>
        <a:bodyPr/>
        <a:lstStyle/>
        <a:p>
          <a:endParaRPr lang="en-US"/>
        </a:p>
      </dgm:t>
    </dgm:pt>
    <dgm:pt modelId="{D0EEDED4-FF7E-4FFF-82FA-EA673F840579}" type="sibTrans" cxnId="{1EA6EF5F-4B02-4124-8A6A-9E96CFC8FA8B}">
      <dgm:prSet/>
      <dgm:spPr/>
      <dgm:t>
        <a:bodyPr/>
        <a:lstStyle/>
        <a:p>
          <a:endParaRPr lang="en-US"/>
        </a:p>
      </dgm:t>
    </dgm:pt>
    <dgm:pt modelId="{FB69CCBD-A931-4A2A-B16D-FD00174D1FDB}" type="pres">
      <dgm:prSet presAssocID="{AB1F8297-D156-42A9-86B6-A100C1366836}" presName="Name0" presStyleCnt="0">
        <dgm:presLayoutVars>
          <dgm:dir/>
          <dgm:animLvl val="lvl"/>
          <dgm:resizeHandles val="exact"/>
        </dgm:presLayoutVars>
      </dgm:prSet>
      <dgm:spPr/>
    </dgm:pt>
    <dgm:pt modelId="{5CC97D49-CF84-41FD-8A13-D299E7FC4F7E}" type="pres">
      <dgm:prSet presAssocID="{295325FF-9647-43C3-B6F5-A226017E2C6F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7F9D81E9-4146-49DB-B4BB-0A3CCD50608D}" type="pres">
      <dgm:prSet presAssocID="{E0886C38-3D8C-448A-9BFB-9145324D90A7}" presName="parTxOnlySpace" presStyleCnt="0"/>
      <dgm:spPr/>
    </dgm:pt>
    <dgm:pt modelId="{ED644320-9EBE-4E52-8928-0D039F9C02E0}" type="pres">
      <dgm:prSet presAssocID="{D080E571-6A39-44ED-BFA2-B6917BB04E1B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</dgm:pt>
  </dgm:ptLst>
  <dgm:cxnLst>
    <dgm:cxn modelId="{6796910A-5441-4EF3-BBD6-7DC30B805337}" srcId="{AB1F8297-D156-42A9-86B6-A100C1366836}" destId="{295325FF-9647-43C3-B6F5-A226017E2C6F}" srcOrd="0" destOrd="0" parTransId="{0CC51336-6849-474A-A152-2281DD45CA31}" sibTransId="{E0886C38-3D8C-448A-9BFB-9145324D90A7}"/>
    <dgm:cxn modelId="{A4F4AB36-9667-40C1-A366-DFAFDD56A3ED}" type="presOf" srcId="{295325FF-9647-43C3-B6F5-A226017E2C6F}" destId="{5CC97D49-CF84-41FD-8A13-D299E7FC4F7E}" srcOrd="0" destOrd="0" presId="urn:microsoft.com/office/officeart/2005/8/layout/chevron1"/>
    <dgm:cxn modelId="{1EA6EF5F-4B02-4124-8A6A-9E96CFC8FA8B}" srcId="{AB1F8297-D156-42A9-86B6-A100C1366836}" destId="{D080E571-6A39-44ED-BFA2-B6917BB04E1B}" srcOrd="1" destOrd="0" parTransId="{F5BCEA40-03CC-41EF-A24C-E2C3DC04DD6C}" sibTransId="{D0EEDED4-FF7E-4FFF-82FA-EA673F840579}"/>
    <dgm:cxn modelId="{AFCAD7B4-C5E8-4AF9-97D3-5828BDFE5046}" type="presOf" srcId="{D080E571-6A39-44ED-BFA2-B6917BB04E1B}" destId="{ED644320-9EBE-4E52-8928-0D039F9C02E0}" srcOrd="0" destOrd="0" presId="urn:microsoft.com/office/officeart/2005/8/layout/chevron1"/>
    <dgm:cxn modelId="{C198E7CA-3680-45B7-9D64-8C3952316A39}" type="presOf" srcId="{AB1F8297-D156-42A9-86B6-A100C1366836}" destId="{FB69CCBD-A931-4A2A-B16D-FD00174D1FDB}" srcOrd="0" destOrd="0" presId="urn:microsoft.com/office/officeart/2005/8/layout/chevron1"/>
    <dgm:cxn modelId="{C04FE543-7625-4EC8-BBB8-28AD65FB6B76}" type="presParOf" srcId="{FB69CCBD-A931-4A2A-B16D-FD00174D1FDB}" destId="{5CC97D49-CF84-41FD-8A13-D299E7FC4F7E}" srcOrd="0" destOrd="0" presId="urn:microsoft.com/office/officeart/2005/8/layout/chevron1"/>
    <dgm:cxn modelId="{66ED0DB7-7145-4B51-8E19-FD763E832DCF}" type="presParOf" srcId="{FB69CCBD-A931-4A2A-B16D-FD00174D1FDB}" destId="{7F9D81E9-4146-49DB-B4BB-0A3CCD50608D}" srcOrd="1" destOrd="0" presId="urn:microsoft.com/office/officeart/2005/8/layout/chevron1"/>
    <dgm:cxn modelId="{D1DA7979-20D1-41B4-9A5C-F6FB88DC1B31}" type="presParOf" srcId="{FB69CCBD-A931-4A2A-B16D-FD00174D1FDB}" destId="{ED644320-9EBE-4E52-8928-0D039F9C02E0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C97D49-CF84-41FD-8A13-D299E7FC4F7E}">
      <dsp:nvSpPr>
        <dsp:cNvPr id="0" name=""/>
        <dsp:cNvSpPr/>
      </dsp:nvSpPr>
      <dsp:spPr>
        <a:xfrm>
          <a:off x="6004" y="1914473"/>
          <a:ext cx="3589580" cy="1435832"/>
        </a:xfrm>
        <a:prstGeom prst="chevron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6015" tIns="38672" rIns="38672" bIns="38672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I went to Anson Highschool</a:t>
          </a:r>
        </a:p>
      </dsp:txBody>
      <dsp:txXfrm>
        <a:off x="723920" y="1914473"/>
        <a:ext cx="2153748" cy="1435832"/>
      </dsp:txXfrm>
    </dsp:sp>
    <dsp:sp modelId="{ED644320-9EBE-4E52-8928-0D039F9C02E0}">
      <dsp:nvSpPr>
        <dsp:cNvPr id="0" name=""/>
        <dsp:cNvSpPr/>
      </dsp:nvSpPr>
      <dsp:spPr>
        <a:xfrm>
          <a:off x="3236626" y="1914473"/>
          <a:ext cx="3589580" cy="1435832"/>
        </a:xfrm>
        <a:prstGeom prst="chevron">
          <a:avLst/>
        </a:prstGeom>
        <a:gradFill rotWithShape="0">
          <a:gsLst>
            <a:gs pos="0">
              <a:schemeClr val="accent4">
                <a:hueOff val="1164001"/>
                <a:satOff val="-8016"/>
                <a:lumOff val="10001"/>
                <a:alphaOff val="0"/>
                <a:tint val="96000"/>
                <a:lumMod val="104000"/>
              </a:schemeClr>
            </a:gs>
            <a:gs pos="100000">
              <a:schemeClr val="accent4">
                <a:hueOff val="1164001"/>
                <a:satOff val="-8016"/>
                <a:lumOff val="10001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50800" dist="38100" dir="5400000" rotWithShape="0">
            <a:srgbClr val="000000">
              <a:alpha val="60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16015" tIns="38672" rIns="38672" bIns="38672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 am a nursing major</a:t>
          </a:r>
        </a:p>
      </dsp:txBody>
      <dsp:txXfrm>
        <a:off x="3954542" y="1914473"/>
        <a:ext cx="2153748" cy="14358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4/3/2018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4BA44-493C-4385-A060-435C7C18E8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0430" y="1166219"/>
            <a:ext cx="8915399" cy="2262781"/>
          </a:xfrm>
        </p:spPr>
        <p:txBody>
          <a:bodyPr/>
          <a:lstStyle/>
          <a:p>
            <a:r>
              <a:rPr lang="en-US" dirty="0"/>
              <a:t>All About 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458BDB-5D9B-4FF6-A2D9-207240D055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81978" y="4220788"/>
            <a:ext cx="8915399" cy="1126283"/>
          </a:xfrm>
        </p:spPr>
        <p:txBody>
          <a:bodyPr/>
          <a:lstStyle/>
          <a:p>
            <a:r>
              <a:rPr lang="en-US" dirty="0"/>
              <a:t>Presenter: Portia Amoshia</a:t>
            </a:r>
          </a:p>
          <a:p>
            <a:r>
              <a:rPr lang="en-US" dirty="0"/>
              <a:t>Class: ITEC 1001</a:t>
            </a:r>
          </a:p>
        </p:txBody>
      </p:sp>
    </p:spTree>
    <p:extLst>
      <p:ext uri="{BB962C8B-B14F-4D97-AF65-F5344CB8AC3E}">
        <p14:creationId xmlns:p14="http://schemas.microsoft.com/office/powerpoint/2010/main" val="20850845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2EC7880-C5D9-40A8-A6B0-3198AD07AD1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4619543" cy="685403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928305-203C-44F8-849F-A46705EC0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>
            <a:normAutofit/>
          </a:bodyPr>
          <a:lstStyle/>
          <a:p>
            <a:r>
              <a:rPr lang="en-US" dirty="0"/>
              <a:t>Intro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5654BB6-978B-439E-A809-DD436B0DD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59253"/>
          </a:xfrm>
        </p:spPr>
        <p:txBody>
          <a:bodyPr>
            <a:normAutofit/>
          </a:bodyPr>
          <a:lstStyle/>
          <a:p>
            <a:r>
              <a:rPr lang="en-US" dirty="0"/>
              <a:t>I like to eat Pizza</a:t>
            </a:r>
          </a:p>
          <a:p>
            <a:r>
              <a:rPr lang="en-US" dirty="0"/>
              <a:t>I play soccer when am bored</a:t>
            </a:r>
          </a:p>
          <a:p>
            <a:r>
              <a:rPr lang="en-US" dirty="0"/>
              <a:t>My favorite show is Shameless</a:t>
            </a:r>
          </a:p>
          <a:p>
            <a:r>
              <a:rPr lang="en-US" dirty="0"/>
              <a:t>I like the color Pink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D21D23-D636-468A-AA06-31415BEA5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9543" y="3962"/>
            <a:ext cx="7573325" cy="6854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8425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B2EC7880-C5D9-40A8-A6B0-3198AD07AD1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4619543" cy="685403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icture containing water, sky, outdoor, boat&#10;&#10;Description generated with very high confidence">
            <a:extLst>
              <a:ext uri="{FF2B5EF4-FFF2-40B4-BE49-F238E27FC236}">
                <a16:creationId xmlns:a16="http://schemas.microsoft.com/office/drawing/2014/main" id="{F6A010A9-C79F-41A2-93FC-0BA362427F3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752" r="10443" b="1"/>
          <a:stretch/>
        </p:blipFill>
        <p:spPr>
          <a:xfrm>
            <a:off x="4619543" y="4748"/>
            <a:ext cx="7572457" cy="684850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404EB0-0704-42BA-8C4F-0773C453F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>
            <a:normAutofit/>
          </a:bodyPr>
          <a:lstStyle/>
          <a:p>
            <a:r>
              <a:rPr lang="en-US" dirty="0"/>
              <a:t>Point of origin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AF96C6A-FE58-4DFB-A1A5-DA3C19BDE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5" y="2133600"/>
            <a:ext cx="3650278" cy="3759253"/>
          </a:xfrm>
        </p:spPr>
        <p:txBody>
          <a:bodyPr>
            <a:normAutofit/>
          </a:bodyPr>
          <a:lstStyle/>
          <a:p>
            <a:r>
              <a:rPr lang="en-US" dirty="0"/>
              <a:t>Am from Ghana </a:t>
            </a:r>
          </a:p>
          <a:p>
            <a:r>
              <a:rPr lang="en-US" dirty="0"/>
              <a:t>Accra to be specific</a:t>
            </a:r>
          </a:p>
        </p:txBody>
      </p:sp>
    </p:spTree>
    <p:extLst>
      <p:ext uri="{BB962C8B-B14F-4D97-AF65-F5344CB8AC3E}">
        <p14:creationId xmlns:p14="http://schemas.microsoft.com/office/powerpoint/2010/main" val="34537665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6295D53-0474-4725-85BE-1F15FCC2D97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E4CBEC-18A2-4509-A45D-D5E653582CED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1">
            <a:extLst>
              <a:ext uri="{FF2B5EF4-FFF2-40B4-BE49-F238E27FC236}">
                <a16:creationId xmlns:a16="http://schemas.microsoft.com/office/drawing/2014/main" id="{0A5EA4A7-4381-4FC6-AA9A-C9EA77B84F8A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811D4F-E1AA-488F-95D8-04A929F44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School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4ADA563-4716-44A9-93E3-291688E418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8892169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3707748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8E983-115E-4EAF-8A25-0CF830B8E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 Plan</a:t>
            </a:r>
          </a:p>
        </p:txBody>
      </p:sp>
      <p:pic>
        <p:nvPicPr>
          <p:cNvPr id="5" name="Content Placeholder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DA32BF10-1E48-4EA2-85FF-DA51A60591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92925" y="1533379"/>
            <a:ext cx="5405182" cy="5023200"/>
          </a:xfrm>
        </p:spPr>
      </p:pic>
    </p:spTree>
    <p:extLst>
      <p:ext uri="{BB962C8B-B14F-4D97-AF65-F5344CB8AC3E}">
        <p14:creationId xmlns:p14="http://schemas.microsoft.com/office/powerpoint/2010/main" val="1541158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CC583FC-3774-47D1-9A8B-E0DBA89CBF6F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620" y="-1"/>
            <a:ext cx="1220724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8DDDC38-A59D-4C57-BEAA-01E57BDEF44B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85253" y="228600"/>
            <a:ext cx="2851523" cy="6638625"/>
            <a:chOff x="2487613" y="285750"/>
            <a:chExt cx="2428875" cy="5654676"/>
          </a:xfrm>
        </p:grpSpPr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07181E0D-4E2E-4CF7-83D6-6BF1884F2696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2">
              <a:extLst>
                <a:ext uri="{FF2B5EF4-FFF2-40B4-BE49-F238E27FC236}">
                  <a16:creationId xmlns:a16="http://schemas.microsoft.com/office/drawing/2014/main" id="{41E4039F-6250-4F1A-8B44-8211D95CBF3F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13">
              <a:extLst>
                <a:ext uri="{FF2B5EF4-FFF2-40B4-BE49-F238E27FC236}">
                  <a16:creationId xmlns:a16="http://schemas.microsoft.com/office/drawing/2014/main" id="{C27CE0F8-A859-4A25-8A2E-2F48B2D7F172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1" name="Freeform 14">
              <a:extLst>
                <a:ext uri="{FF2B5EF4-FFF2-40B4-BE49-F238E27FC236}">
                  <a16:creationId xmlns:a16="http://schemas.microsoft.com/office/drawing/2014/main" id="{1D3B4413-99E7-41CB-BC1A-91CB93B73D70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2" name="Freeform 15">
              <a:extLst>
                <a:ext uri="{FF2B5EF4-FFF2-40B4-BE49-F238E27FC236}">
                  <a16:creationId xmlns:a16="http://schemas.microsoft.com/office/drawing/2014/main" id="{2B5AE9BA-21EA-413E-92D1-70B41D12F85B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3" name="Freeform 16">
              <a:extLst>
                <a:ext uri="{FF2B5EF4-FFF2-40B4-BE49-F238E27FC236}">
                  <a16:creationId xmlns:a16="http://schemas.microsoft.com/office/drawing/2014/main" id="{EA6962B4-B58E-4363-AE37-502AAB46F083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4" name="Freeform 17">
              <a:extLst>
                <a:ext uri="{FF2B5EF4-FFF2-40B4-BE49-F238E27FC236}">
                  <a16:creationId xmlns:a16="http://schemas.microsoft.com/office/drawing/2014/main" id="{8CFEAE09-A4F7-4009-BBA4-E007F3FF2124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8">
              <a:extLst>
                <a:ext uri="{FF2B5EF4-FFF2-40B4-BE49-F238E27FC236}">
                  <a16:creationId xmlns:a16="http://schemas.microsoft.com/office/drawing/2014/main" id="{BEC0F162-6193-4A0C-9667-DD7C8B4BD83D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9">
              <a:extLst>
                <a:ext uri="{FF2B5EF4-FFF2-40B4-BE49-F238E27FC236}">
                  <a16:creationId xmlns:a16="http://schemas.microsoft.com/office/drawing/2014/main" id="{7AE69957-54B0-48E2-8BCD-EE01C719089F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20">
              <a:extLst>
                <a:ext uri="{FF2B5EF4-FFF2-40B4-BE49-F238E27FC236}">
                  <a16:creationId xmlns:a16="http://schemas.microsoft.com/office/drawing/2014/main" id="{9E3E384D-F4D8-4B3A-978C-EFEED16D330F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21">
              <a:extLst>
                <a:ext uri="{FF2B5EF4-FFF2-40B4-BE49-F238E27FC236}">
                  <a16:creationId xmlns:a16="http://schemas.microsoft.com/office/drawing/2014/main" id="{66DD5E8A-F260-4F93-94D6-AA109560AC00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22">
              <a:extLst>
                <a:ext uri="{FF2B5EF4-FFF2-40B4-BE49-F238E27FC236}">
                  <a16:creationId xmlns:a16="http://schemas.microsoft.com/office/drawing/2014/main" id="{AB7CE38B-1EFC-4D54-BD22-F0E1C0ED2ABE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4251A81-4530-41B5-B8FB-DC124AC02C24}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77117" y="-786"/>
            <a:ext cx="2356675" cy="6854040"/>
            <a:chOff x="6627813" y="194833"/>
            <a:chExt cx="1952625" cy="5678918"/>
          </a:xfrm>
        </p:grpSpPr>
        <p:sp>
          <p:nvSpPr>
            <p:cNvPr id="32" name="Freeform 27">
              <a:extLst>
                <a:ext uri="{FF2B5EF4-FFF2-40B4-BE49-F238E27FC236}">
                  <a16:creationId xmlns:a16="http://schemas.microsoft.com/office/drawing/2014/main" id="{704F0C26-A940-4311-8A41-C69C075D77C6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28">
              <a:extLst>
                <a:ext uri="{FF2B5EF4-FFF2-40B4-BE49-F238E27FC236}">
                  <a16:creationId xmlns:a16="http://schemas.microsoft.com/office/drawing/2014/main" id="{72844B50-4A36-4E90-9BD1-7945BAF04373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29">
              <a:extLst>
                <a:ext uri="{FF2B5EF4-FFF2-40B4-BE49-F238E27FC236}">
                  <a16:creationId xmlns:a16="http://schemas.microsoft.com/office/drawing/2014/main" id="{FFFF2F5F-4D06-40B4-AAF7-7BF88551BFEE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5" name="Freeform 30">
              <a:extLst>
                <a:ext uri="{FF2B5EF4-FFF2-40B4-BE49-F238E27FC236}">
                  <a16:creationId xmlns:a16="http://schemas.microsoft.com/office/drawing/2014/main" id="{C2D84FDB-118B-42FD-8561-B383615D2B38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6" name="Freeform 31">
              <a:extLst>
                <a:ext uri="{FF2B5EF4-FFF2-40B4-BE49-F238E27FC236}">
                  <a16:creationId xmlns:a16="http://schemas.microsoft.com/office/drawing/2014/main" id="{5B64B543-1195-4970-808B-156908D3B563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7" name="Freeform 32">
              <a:extLst>
                <a:ext uri="{FF2B5EF4-FFF2-40B4-BE49-F238E27FC236}">
                  <a16:creationId xmlns:a16="http://schemas.microsoft.com/office/drawing/2014/main" id="{1B6440B3-14CA-4B3F-AF89-7FEC0A22465A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8" name="Freeform 33">
              <a:extLst>
                <a:ext uri="{FF2B5EF4-FFF2-40B4-BE49-F238E27FC236}">
                  <a16:creationId xmlns:a16="http://schemas.microsoft.com/office/drawing/2014/main" id="{47F34F74-6C9C-4D9D-B2D7-AF753BD44AEE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9" name="Freeform 34">
              <a:extLst>
                <a:ext uri="{FF2B5EF4-FFF2-40B4-BE49-F238E27FC236}">
                  <a16:creationId xmlns:a16="http://schemas.microsoft.com/office/drawing/2014/main" id="{4246517D-AB8F-4BEF-B5E5-7A8BC0DDEEE0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40" name="Freeform 35">
              <a:extLst>
                <a:ext uri="{FF2B5EF4-FFF2-40B4-BE49-F238E27FC236}">
                  <a16:creationId xmlns:a16="http://schemas.microsoft.com/office/drawing/2014/main" id="{0ACFBF4D-E487-4BD0-8BCA-2DB6DC046498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41" name="Freeform 36">
              <a:extLst>
                <a:ext uri="{FF2B5EF4-FFF2-40B4-BE49-F238E27FC236}">
                  <a16:creationId xmlns:a16="http://schemas.microsoft.com/office/drawing/2014/main" id="{23DE6D3A-314E-4642-AEAF-54B822D4E16A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42" name="Freeform 37">
              <a:extLst>
                <a:ext uri="{FF2B5EF4-FFF2-40B4-BE49-F238E27FC236}">
                  <a16:creationId xmlns:a16="http://schemas.microsoft.com/office/drawing/2014/main" id="{FEE0BBF7-C59B-4279-AFF5-28F6433B9A7D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43" name="Freeform 38">
              <a:extLst>
                <a:ext uri="{FF2B5EF4-FFF2-40B4-BE49-F238E27FC236}">
                  <a16:creationId xmlns:a16="http://schemas.microsoft.com/office/drawing/2014/main" id="{B2C1E620-478E-4DC2-A505-934657FF11BC}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AECDF498-6F66-4565-9FB7-10767033377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45704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7" name="Freeform 11">
            <a:extLst>
              <a:ext uri="{FF2B5EF4-FFF2-40B4-BE49-F238E27FC236}">
                <a16:creationId xmlns:a16="http://schemas.microsoft.com/office/drawing/2014/main" id="{E0779346-49CA-41C2-BD0A-62F2E1903A7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4645704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pic>
        <p:nvPicPr>
          <p:cNvPr id="10" name="Content Placeholder 6">
            <a:extLst>
              <a:ext uri="{FF2B5EF4-FFF2-40B4-BE49-F238E27FC236}">
                <a16:creationId xmlns:a16="http://schemas.microsoft.com/office/drawing/2014/main" id="{D1F770B5-1D56-4549-9DF1-35F3290FFBE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320" r="-2" b="11938"/>
          <a:stretch/>
        </p:blipFill>
        <p:spPr>
          <a:xfrm>
            <a:off x="-1555" y="1731"/>
            <a:ext cx="466233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0AE2EAA-C635-42A2-848C-2D3E95365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3096" y="624110"/>
            <a:ext cx="5021516" cy="1280890"/>
          </a:xfrm>
        </p:spPr>
        <p:txBody>
          <a:bodyPr>
            <a:normAutofit/>
          </a:bodyPr>
          <a:lstStyle/>
          <a:p>
            <a:r>
              <a:rPr lang="en-US"/>
              <a:t>Spring 2018 Schedule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7D9F054-A584-4AE5-A2F9-89BADBD88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191" y="2133600"/>
            <a:ext cx="5066419" cy="3777622"/>
          </a:xfrm>
        </p:spPr>
        <p:txBody>
          <a:bodyPr>
            <a:normAutofit/>
          </a:bodyPr>
          <a:lstStyle/>
          <a:p>
            <a:r>
              <a:rPr lang="en-US" dirty="0"/>
              <a:t>I attend classes three times a week</a:t>
            </a:r>
          </a:p>
          <a:p>
            <a:r>
              <a:rPr lang="en-US" dirty="0"/>
              <a:t>I take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Chemistry and Lab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Art Appreciation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Psychology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ITEC 1001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4162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7FE6D-45F1-49EC-818A-65D890448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Fall 2018 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4C54E-FFB4-4AF2-8190-2406C764D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Am taking these classes next semester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Nutrition in Health and Exercise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Biomechanics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Epidemiology and Physical activity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Community Wellness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488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B6DB2-A52C-442C-87BF-865881E22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Job Titles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374E6-A686-4E15-8458-1E7531812E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Registered nurse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Travel Registered nurse</a:t>
            </a:r>
          </a:p>
          <a:p>
            <a:r>
              <a:rPr lang="en-US" dirty="0"/>
              <a:t>Charge nurse</a:t>
            </a:r>
          </a:p>
          <a:p>
            <a:r>
              <a:rPr lang="en-US" dirty="0"/>
              <a:t>Admissions nurse</a:t>
            </a:r>
          </a:p>
          <a:p>
            <a:r>
              <a:rPr lang="en-US" dirty="0"/>
              <a:t>Licensed Practical nurse (LPN)</a:t>
            </a:r>
          </a:p>
        </p:txBody>
      </p:sp>
    </p:spTree>
    <p:extLst>
      <p:ext uri="{BB962C8B-B14F-4D97-AF65-F5344CB8AC3E}">
        <p14:creationId xmlns:p14="http://schemas.microsoft.com/office/powerpoint/2010/main" val="2253569796"/>
      </p:ext>
    </p:extLst>
  </p:cSld>
  <p:clrMapOvr>
    <a:masterClrMapping/>
  </p:clrMapOvr>
  <p:transition spd="slow">
    <p:randomBar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85785C52-8305-4C72-B1AA-4A7402DC26FC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3EBD26A6-67D8-449D-88A7-556B706A5BC9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9" name="Freeform 11">
            <a:extLst>
              <a:ext uri="{FF2B5EF4-FFF2-40B4-BE49-F238E27FC236}">
                <a16:creationId xmlns:a16="http://schemas.microsoft.com/office/drawing/2014/main" id="{7B8C83C0-3F91-4191-A19A-4165F49AD88B}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0" name="Picture 59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036D4D70-D3C1-4CDE-864F-A83D624B2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4009" y="645106"/>
            <a:ext cx="3737613" cy="2541577"/>
          </a:xfrm>
          <a:prstGeom prst="rect">
            <a:avLst/>
          </a:prstGeom>
        </p:spPr>
      </p:pic>
      <p:pic>
        <p:nvPicPr>
          <p:cNvPr id="23" name="Content Placeholder 19">
            <a:extLst>
              <a:ext uri="{FF2B5EF4-FFF2-40B4-BE49-F238E27FC236}">
                <a16:creationId xmlns:a16="http://schemas.microsoft.com/office/drawing/2014/main" id="{FE576241-81A8-421A-A847-1443C4502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2087" y="3517574"/>
            <a:ext cx="3981455" cy="220898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969248-C42E-4759-96AC-4FBC2D78A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6574536" cy="1259894"/>
          </a:xfrm>
        </p:spPr>
        <p:txBody>
          <a:bodyPr>
            <a:normAutofit/>
          </a:bodyPr>
          <a:lstStyle/>
          <a:p>
            <a:r>
              <a:rPr lang="en-US"/>
              <a:t>Salary Information</a:t>
            </a:r>
            <a:endParaRPr lang="en-US" dirty="0"/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E58EFD48-D155-443B-A378-4DA817559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224" y="2133600"/>
            <a:ext cx="6574535" cy="3759253"/>
          </a:xfrm>
        </p:spPr>
        <p:txBody>
          <a:bodyPr>
            <a:normAutofit/>
          </a:bodyPr>
          <a:lstStyle/>
          <a:p>
            <a:r>
              <a:rPr lang="en-US" dirty="0"/>
              <a:t>Nursing salary based on a profession</a:t>
            </a:r>
          </a:p>
          <a:p>
            <a:r>
              <a:rPr lang="en-US" dirty="0"/>
              <a:t>Nursing Salary In it’s percentile</a:t>
            </a:r>
          </a:p>
        </p:txBody>
      </p:sp>
    </p:spTree>
    <p:extLst>
      <p:ext uri="{BB962C8B-B14F-4D97-AF65-F5344CB8AC3E}">
        <p14:creationId xmlns:p14="http://schemas.microsoft.com/office/powerpoint/2010/main" val="49866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A young boy playing with a football ball&#10;&#10;Description generated with high confidence">
            <a:extLst>
              <a:ext uri="{FF2B5EF4-FFF2-40B4-BE49-F238E27FC236}">
                <a16:creationId xmlns:a16="http://schemas.microsoft.com/office/drawing/2014/main" id="{B5191613-EA01-4707-9460-DA2F146F666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01" r="35237" b="-1"/>
          <a:stretch/>
        </p:blipFill>
        <p:spPr>
          <a:xfrm>
            <a:off x="8896519" y="623190"/>
            <a:ext cx="2647024" cy="2563582"/>
          </a:xfrm>
          <a:prstGeom prst="rect">
            <a:avLst/>
          </a:prstGeom>
        </p:spPr>
      </p:pic>
      <p:pic>
        <p:nvPicPr>
          <p:cNvPr id="11" name="Picture 10" descr="A picture containing sport, grass, outdoor, track and field&#10;&#10;Description generated with very high confidence">
            <a:extLst>
              <a:ext uri="{FF2B5EF4-FFF2-40B4-BE49-F238E27FC236}">
                <a16:creationId xmlns:a16="http://schemas.microsoft.com/office/drawing/2014/main" id="{ECFE0EFC-D720-443C-8C3A-F3C6F25E9B6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8567" r="13071" b="-1"/>
          <a:stretch/>
        </p:blipFill>
        <p:spPr>
          <a:xfrm>
            <a:off x="6106666" y="623190"/>
            <a:ext cx="2647024" cy="2563582"/>
          </a:xfrm>
          <a:prstGeom prst="rect">
            <a:avLst/>
          </a:prstGeom>
        </p:spPr>
      </p:pic>
      <p:pic>
        <p:nvPicPr>
          <p:cNvPr id="13" name="Picture 12" descr="A group of people swimming in a pool of water&#10;&#10;Description generated with high confidence">
            <a:extLst>
              <a:ext uri="{FF2B5EF4-FFF2-40B4-BE49-F238E27FC236}">
                <a16:creationId xmlns:a16="http://schemas.microsoft.com/office/drawing/2014/main" id="{6A20311E-41BF-4431-B5BA-A8CC7A8BF71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667" r="29996" b="4"/>
          <a:stretch/>
        </p:blipFill>
        <p:spPr>
          <a:xfrm>
            <a:off x="8896519" y="3328978"/>
            <a:ext cx="2647024" cy="2563582"/>
          </a:xfrm>
          <a:prstGeom prst="rect">
            <a:avLst/>
          </a:prstGeom>
        </p:spPr>
      </p:pic>
      <p:pic>
        <p:nvPicPr>
          <p:cNvPr id="5" name="Picture 4" descr="A picture containing indoor, table, building, wall&#10;&#10;Description generated with very high confidence">
            <a:extLst>
              <a:ext uri="{FF2B5EF4-FFF2-40B4-BE49-F238E27FC236}">
                <a16:creationId xmlns:a16="http://schemas.microsoft.com/office/drawing/2014/main" id="{8290692C-1417-42FF-BD5A-893DCCFBC095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8187" r="3103" b="3"/>
          <a:stretch/>
        </p:blipFill>
        <p:spPr>
          <a:xfrm>
            <a:off x="6106666" y="3328978"/>
            <a:ext cx="2647024" cy="25635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EABABA-C41D-4AB7-B25F-A3996C6D4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7669" y="624110"/>
            <a:ext cx="4137059" cy="1280890"/>
          </a:xfrm>
        </p:spPr>
        <p:txBody>
          <a:bodyPr>
            <a:normAutofit/>
          </a:bodyPr>
          <a:lstStyle/>
          <a:p>
            <a:r>
              <a:rPr lang="en-US" sz="3200"/>
              <a:t>Hobbies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A5F57-8F89-4524-9F61-76AD0FF7C7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3956" y="2133600"/>
            <a:ext cx="4140772" cy="3777622"/>
          </a:xfrm>
        </p:spPr>
        <p:txBody>
          <a:bodyPr>
            <a:normAutofit/>
          </a:bodyPr>
          <a:lstStyle/>
          <a:p>
            <a:r>
              <a:rPr lang="en-US" sz="1600">
                <a:solidFill>
                  <a:srgbClr val="000000"/>
                </a:solidFill>
              </a:rPr>
              <a:t>I watch Netflix</a:t>
            </a:r>
          </a:p>
          <a:p>
            <a:r>
              <a:rPr lang="en-US" sz="1600">
                <a:solidFill>
                  <a:srgbClr val="000000"/>
                </a:solidFill>
              </a:rPr>
              <a:t>I dance </a:t>
            </a:r>
          </a:p>
          <a:p>
            <a:r>
              <a:rPr lang="en-US" sz="1600">
                <a:solidFill>
                  <a:srgbClr val="000000"/>
                </a:solidFill>
              </a:rPr>
              <a:t>I engage in physical activities </a:t>
            </a:r>
          </a:p>
        </p:txBody>
      </p:sp>
    </p:spTree>
    <p:extLst>
      <p:ext uri="{BB962C8B-B14F-4D97-AF65-F5344CB8AC3E}">
        <p14:creationId xmlns:p14="http://schemas.microsoft.com/office/powerpoint/2010/main" val="149512000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ABABA-C41D-4AB7-B25F-A3996C6D4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A5F57-8F89-4524-9F61-76AD0FF7C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Applications learned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Making transitions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Learning how to Run presentations, by using the reverse timings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/>
              <a:t>Creating Animations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What I liked the most, was learning how to use PowerPoint. It taught me new ways to be creative.</a:t>
            </a:r>
          </a:p>
        </p:txBody>
      </p:sp>
    </p:spTree>
    <p:extLst>
      <p:ext uri="{BB962C8B-B14F-4D97-AF65-F5344CB8AC3E}">
        <p14:creationId xmlns:p14="http://schemas.microsoft.com/office/powerpoint/2010/main" val="941927552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201</TotalTime>
  <Words>178</Words>
  <Application>Microsoft Office PowerPoint</Application>
  <PresentationFormat>Widescreen</PresentationFormat>
  <Paragraphs>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Century Gothic</vt:lpstr>
      <vt:lpstr>Wingdings</vt:lpstr>
      <vt:lpstr>Wingdings 3</vt:lpstr>
      <vt:lpstr>Wisp</vt:lpstr>
      <vt:lpstr>All About Me</vt:lpstr>
      <vt:lpstr>Intro</vt:lpstr>
      <vt:lpstr>Point of origin</vt:lpstr>
      <vt:lpstr>School</vt:lpstr>
      <vt:lpstr>Program Plan</vt:lpstr>
      <vt:lpstr>Spring 2018 Schedule</vt:lpstr>
      <vt:lpstr>Fall 2018 Schedule</vt:lpstr>
      <vt:lpstr>Job Titles</vt:lpstr>
      <vt:lpstr>Salary Information</vt:lpstr>
      <vt:lpstr>Hobbies 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 About Me</dc:title>
  <dc:creator>agapedesantus@gmail.com</dc:creator>
  <cp:lastModifiedBy>agapedesantus@gmail.com</cp:lastModifiedBy>
  <cp:revision>13</cp:revision>
  <dcterms:created xsi:type="dcterms:W3CDTF">2018-04-03T04:42:56Z</dcterms:created>
  <dcterms:modified xsi:type="dcterms:W3CDTF">2018-04-03T20:50:09Z</dcterms:modified>
</cp:coreProperties>
</file>