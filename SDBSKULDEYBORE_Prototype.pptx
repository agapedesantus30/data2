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5" r:id="rId9"/>
    <p:sldId id="264" r:id="rId10"/>
    <p:sldId id="261" r:id="rId11"/>
    <p:sldId id="262" r:id="rId12"/>
    <p:sldId id="268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9" autoAdjust="0"/>
    <p:restoredTop sz="91529" autoAdjust="0"/>
  </p:normalViewPr>
  <p:slideViewPr>
    <p:cSldViewPr snapToGrid="0">
      <p:cViewPr varScale="1">
        <p:scale>
          <a:sx n="41" d="100"/>
          <a:sy n="41" d="100"/>
        </p:scale>
        <p:origin x="9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FE85C2-2AC9-4533-89B5-993791E27393}" type="doc">
      <dgm:prSet loTypeId="urn:microsoft.com/office/officeart/2008/layout/LinedList" loCatId="list" qsTypeId="urn:microsoft.com/office/officeart/2005/8/quickstyle/simple5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00EBAD4-7CC6-4274-95FF-D6215A5D9A5C}">
      <dgm:prSet/>
      <dgm:spPr/>
      <dgm:t>
        <a:bodyPr/>
        <a:lstStyle/>
        <a:p>
          <a:r>
            <a:rPr lang="en-US"/>
            <a:t>Helps in Switching Activities</a:t>
          </a:r>
        </a:p>
      </dgm:t>
    </dgm:pt>
    <dgm:pt modelId="{CBC1563F-DDF5-4289-9964-D55EE1BE438F}" type="parTrans" cxnId="{4B962D08-0B6A-4C95-B570-2F86B11BA3DD}">
      <dgm:prSet/>
      <dgm:spPr/>
      <dgm:t>
        <a:bodyPr/>
        <a:lstStyle/>
        <a:p>
          <a:endParaRPr lang="en-US"/>
        </a:p>
      </dgm:t>
    </dgm:pt>
    <dgm:pt modelId="{36E14D43-1D01-4D3C-B6FD-188EB40E196D}" type="sibTrans" cxnId="{4B962D08-0B6A-4C95-B570-2F86B11BA3DD}">
      <dgm:prSet/>
      <dgm:spPr/>
      <dgm:t>
        <a:bodyPr/>
        <a:lstStyle/>
        <a:p>
          <a:endParaRPr lang="en-US"/>
        </a:p>
      </dgm:t>
    </dgm:pt>
    <dgm:pt modelId="{87255604-15A8-4B9B-B771-7531544DF858}">
      <dgm:prSet/>
      <dgm:spPr/>
      <dgm:t>
        <a:bodyPr/>
        <a:lstStyle/>
        <a:p>
          <a:r>
            <a:rPr lang="en-US"/>
            <a:t>Storing app name </a:t>
          </a:r>
        </a:p>
      </dgm:t>
    </dgm:pt>
    <dgm:pt modelId="{BAA4E0CA-1B6C-42A9-9D63-9E3389266FE2}" type="parTrans" cxnId="{8472CC3A-BD08-4934-8F8E-9BCC7CA39A56}">
      <dgm:prSet/>
      <dgm:spPr/>
      <dgm:t>
        <a:bodyPr/>
        <a:lstStyle/>
        <a:p>
          <a:endParaRPr lang="en-US"/>
        </a:p>
      </dgm:t>
    </dgm:pt>
    <dgm:pt modelId="{DF0F895A-9280-4538-8FBF-464C61C540B0}" type="sibTrans" cxnId="{8472CC3A-BD08-4934-8F8E-9BCC7CA39A56}">
      <dgm:prSet/>
      <dgm:spPr/>
      <dgm:t>
        <a:bodyPr/>
        <a:lstStyle/>
        <a:p>
          <a:endParaRPr lang="en-US"/>
        </a:p>
      </dgm:t>
    </dgm:pt>
    <dgm:pt modelId="{DD41C0FA-A86F-4C8D-95DD-880D65E6A57E}">
      <dgm:prSet/>
      <dgm:spPr/>
      <dgm:t>
        <a:bodyPr/>
        <a:lstStyle/>
        <a:p>
          <a:r>
            <a:rPr lang="en-US"/>
            <a:t>Permissions etc.</a:t>
          </a:r>
        </a:p>
      </dgm:t>
    </dgm:pt>
    <dgm:pt modelId="{53B1A88A-E526-4530-A317-D7539E2DB987}" type="parTrans" cxnId="{B86A16CB-4794-47FA-B2DD-40FC909340BB}">
      <dgm:prSet/>
      <dgm:spPr/>
      <dgm:t>
        <a:bodyPr/>
        <a:lstStyle/>
        <a:p>
          <a:endParaRPr lang="en-US"/>
        </a:p>
      </dgm:t>
    </dgm:pt>
    <dgm:pt modelId="{AB161E98-BABA-4511-906F-8BF624B3FC46}" type="sibTrans" cxnId="{B86A16CB-4794-47FA-B2DD-40FC909340BB}">
      <dgm:prSet/>
      <dgm:spPr/>
      <dgm:t>
        <a:bodyPr/>
        <a:lstStyle/>
        <a:p>
          <a:endParaRPr lang="en-US"/>
        </a:p>
      </dgm:t>
    </dgm:pt>
    <dgm:pt modelId="{833B6151-45E6-4CA1-9E3B-82D5619DA50C}" type="pres">
      <dgm:prSet presAssocID="{6EFE85C2-2AC9-4533-89B5-993791E27393}" presName="vert0" presStyleCnt="0">
        <dgm:presLayoutVars>
          <dgm:dir/>
          <dgm:animOne val="branch"/>
          <dgm:animLvl val="lvl"/>
        </dgm:presLayoutVars>
      </dgm:prSet>
      <dgm:spPr/>
    </dgm:pt>
    <dgm:pt modelId="{79C43782-D806-462D-9B7A-1C346924EEDD}" type="pres">
      <dgm:prSet presAssocID="{F00EBAD4-7CC6-4274-95FF-D6215A5D9A5C}" presName="thickLine" presStyleLbl="alignNode1" presStyleIdx="0" presStyleCnt="3"/>
      <dgm:spPr/>
    </dgm:pt>
    <dgm:pt modelId="{2CEE0A43-87A1-44F8-9FCA-64D3D2AF41ED}" type="pres">
      <dgm:prSet presAssocID="{F00EBAD4-7CC6-4274-95FF-D6215A5D9A5C}" presName="horz1" presStyleCnt="0"/>
      <dgm:spPr/>
    </dgm:pt>
    <dgm:pt modelId="{AA289D17-12C7-43FA-9F92-ECDD660E088C}" type="pres">
      <dgm:prSet presAssocID="{F00EBAD4-7CC6-4274-95FF-D6215A5D9A5C}" presName="tx1" presStyleLbl="revTx" presStyleIdx="0" presStyleCnt="3"/>
      <dgm:spPr/>
    </dgm:pt>
    <dgm:pt modelId="{2E179226-C98B-4063-9A09-8A77B68E0660}" type="pres">
      <dgm:prSet presAssocID="{F00EBAD4-7CC6-4274-95FF-D6215A5D9A5C}" presName="vert1" presStyleCnt="0"/>
      <dgm:spPr/>
    </dgm:pt>
    <dgm:pt modelId="{1C5A314B-480C-4CCA-A700-AEE51A2ECC23}" type="pres">
      <dgm:prSet presAssocID="{87255604-15A8-4B9B-B771-7531544DF858}" presName="thickLine" presStyleLbl="alignNode1" presStyleIdx="1" presStyleCnt="3"/>
      <dgm:spPr/>
    </dgm:pt>
    <dgm:pt modelId="{C35824A4-4793-4181-B5DB-BA5B904B27E2}" type="pres">
      <dgm:prSet presAssocID="{87255604-15A8-4B9B-B771-7531544DF858}" presName="horz1" presStyleCnt="0"/>
      <dgm:spPr/>
    </dgm:pt>
    <dgm:pt modelId="{28CE52E0-41A9-4C02-8D52-39BFCEEE8E43}" type="pres">
      <dgm:prSet presAssocID="{87255604-15A8-4B9B-B771-7531544DF858}" presName="tx1" presStyleLbl="revTx" presStyleIdx="1" presStyleCnt="3"/>
      <dgm:spPr/>
    </dgm:pt>
    <dgm:pt modelId="{943BC83B-7007-4C62-82EE-EEEF60575725}" type="pres">
      <dgm:prSet presAssocID="{87255604-15A8-4B9B-B771-7531544DF858}" presName="vert1" presStyleCnt="0"/>
      <dgm:spPr/>
    </dgm:pt>
    <dgm:pt modelId="{4AF003E5-886C-4BCB-89A3-9E35E6F362D6}" type="pres">
      <dgm:prSet presAssocID="{DD41C0FA-A86F-4C8D-95DD-880D65E6A57E}" presName="thickLine" presStyleLbl="alignNode1" presStyleIdx="2" presStyleCnt="3"/>
      <dgm:spPr/>
    </dgm:pt>
    <dgm:pt modelId="{7538E4BD-B508-4D34-8E22-5488BDABCFB0}" type="pres">
      <dgm:prSet presAssocID="{DD41C0FA-A86F-4C8D-95DD-880D65E6A57E}" presName="horz1" presStyleCnt="0"/>
      <dgm:spPr/>
    </dgm:pt>
    <dgm:pt modelId="{1D10EFDE-F051-42AD-B232-CABF4E904806}" type="pres">
      <dgm:prSet presAssocID="{DD41C0FA-A86F-4C8D-95DD-880D65E6A57E}" presName="tx1" presStyleLbl="revTx" presStyleIdx="2" presStyleCnt="3"/>
      <dgm:spPr/>
    </dgm:pt>
    <dgm:pt modelId="{51C654CF-B4C6-48EA-8131-45E2DB499383}" type="pres">
      <dgm:prSet presAssocID="{DD41C0FA-A86F-4C8D-95DD-880D65E6A57E}" presName="vert1" presStyleCnt="0"/>
      <dgm:spPr/>
    </dgm:pt>
  </dgm:ptLst>
  <dgm:cxnLst>
    <dgm:cxn modelId="{4B962D08-0B6A-4C95-B570-2F86B11BA3DD}" srcId="{6EFE85C2-2AC9-4533-89B5-993791E27393}" destId="{F00EBAD4-7CC6-4274-95FF-D6215A5D9A5C}" srcOrd="0" destOrd="0" parTransId="{CBC1563F-DDF5-4289-9964-D55EE1BE438F}" sibTransId="{36E14D43-1D01-4D3C-B6FD-188EB40E196D}"/>
    <dgm:cxn modelId="{191ADB09-5B7A-413B-9B93-1FE8A3F9A468}" type="presOf" srcId="{DD41C0FA-A86F-4C8D-95DD-880D65E6A57E}" destId="{1D10EFDE-F051-42AD-B232-CABF4E904806}" srcOrd="0" destOrd="0" presId="urn:microsoft.com/office/officeart/2008/layout/LinedList"/>
    <dgm:cxn modelId="{8472CC3A-BD08-4934-8F8E-9BCC7CA39A56}" srcId="{6EFE85C2-2AC9-4533-89B5-993791E27393}" destId="{87255604-15A8-4B9B-B771-7531544DF858}" srcOrd="1" destOrd="0" parTransId="{BAA4E0CA-1B6C-42A9-9D63-9E3389266FE2}" sibTransId="{DF0F895A-9280-4538-8FBF-464C61C540B0}"/>
    <dgm:cxn modelId="{7C85843C-2B4B-4EB9-AFC6-62FAF0BEDF36}" type="presOf" srcId="{F00EBAD4-7CC6-4274-95FF-D6215A5D9A5C}" destId="{AA289D17-12C7-43FA-9F92-ECDD660E088C}" srcOrd="0" destOrd="0" presId="urn:microsoft.com/office/officeart/2008/layout/LinedList"/>
    <dgm:cxn modelId="{75E75EC3-3D18-449F-A858-081DE4ED8BF6}" type="presOf" srcId="{6EFE85C2-2AC9-4533-89B5-993791E27393}" destId="{833B6151-45E6-4CA1-9E3B-82D5619DA50C}" srcOrd="0" destOrd="0" presId="urn:microsoft.com/office/officeart/2008/layout/LinedList"/>
    <dgm:cxn modelId="{B86A16CB-4794-47FA-B2DD-40FC909340BB}" srcId="{6EFE85C2-2AC9-4533-89B5-993791E27393}" destId="{DD41C0FA-A86F-4C8D-95DD-880D65E6A57E}" srcOrd="2" destOrd="0" parTransId="{53B1A88A-E526-4530-A317-D7539E2DB987}" sibTransId="{AB161E98-BABA-4511-906F-8BF624B3FC46}"/>
    <dgm:cxn modelId="{4894BAD2-68AB-48E3-844B-4E0CDD350367}" type="presOf" srcId="{87255604-15A8-4B9B-B771-7531544DF858}" destId="{28CE52E0-41A9-4C02-8D52-39BFCEEE8E43}" srcOrd="0" destOrd="0" presId="urn:microsoft.com/office/officeart/2008/layout/LinedList"/>
    <dgm:cxn modelId="{A447835D-5736-4CC7-9244-12933A5BA472}" type="presParOf" srcId="{833B6151-45E6-4CA1-9E3B-82D5619DA50C}" destId="{79C43782-D806-462D-9B7A-1C346924EEDD}" srcOrd="0" destOrd="0" presId="urn:microsoft.com/office/officeart/2008/layout/LinedList"/>
    <dgm:cxn modelId="{E146496E-CAFB-4372-BA84-032A16CA2F8A}" type="presParOf" srcId="{833B6151-45E6-4CA1-9E3B-82D5619DA50C}" destId="{2CEE0A43-87A1-44F8-9FCA-64D3D2AF41ED}" srcOrd="1" destOrd="0" presId="urn:microsoft.com/office/officeart/2008/layout/LinedList"/>
    <dgm:cxn modelId="{DFB6BDE4-6283-4968-9DE4-28E60D0B0E60}" type="presParOf" srcId="{2CEE0A43-87A1-44F8-9FCA-64D3D2AF41ED}" destId="{AA289D17-12C7-43FA-9F92-ECDD660E088C}" srcOrd="0" destOrd="0" presId="urn:microsoft.com/office/officeart/2008/layout/LinedList"/>
    <dgm:cxn modelId="{C221A0C1-B0D7-4CC9-820E-301056E1CC1D}" type="presParOf" srcId="{2CEE0A43-87A1-44F8-9FCA-64D3D2AF41ED}" destId="{2E179226-C98B-4063-9A09-8A77B68E0660}" srcOrd="1" destOrd="0" presId="urn:microsoft.com/office/officeart/2008/layout/LinedList"/>
    <dgm:cxn modelId="{A9BE632C-3557-4DA3-9D98-EC14C2CBCB6B}" type="presParOf" srcId="{833B6151-45E6-4CA1-9E3B-82D5619DA50C}" destId="{1C5A314B-480C-4CCA-A700-AEE51A2ECC23}" srcOrd="2" destOrd="0" presId="urn:microsoft.com/office/officeart/2008/layout/LinedList"/>
    <dgm:cxn modelId="{FC8C2294-C40D-4175-BBF3-15F18272130F}" type="presParOf" srcId="{833B6151-45E6-4CA1-9E3B-82D5619DA50C}" destId="{C35824A4-4793-4181-B5DB-BA5B904B27E2}" srcOrd="3" destOrd="0" presId="urn:microsoft.com/office/officeart/2008/layout/LinedList"/>
    <dgm:cxn modelId="{86F810D2-699D-4D64-ABC1-5A575B45726C}" type="presParOf" srcId="{C35824A4-4793-4181-B5DB-BA5B904B27E2}" destId="{28CE52E0-41A9-4C02-8D52-39BFCEEE8E43}" srcOrd="0" destOrd="0" presId="urn:microsoft.com/office/officeart/2008/layout/LinedList"/>
    <dgm:cxn modelId="{9187501C-4065-4F2B-8EBE-862EADCB1DB3}" type="presParOf" srcId="{C35824A4-4793-4181-B5DB-BA5B904B27E2}" destId="{943BC83B-7007-4C62-82EE-EEEF60575725}" srcOrd="1" destOrd="0" presId="urn:microsoft.com/office/officeart/2008/layout/LinedList"/>
    <dgm:cxn modelId="{88387593-765D-4E03-9A8F-43916CDA75F0}" type="presParOf" srcId="{833B6151-45E6-4CA1-9E3B-82D5619DA50C}" destId="{4AF003E5-886C-4BCB-89A3-9E35E6F362D6}" srcOrd="4" destOrd="0" presId="urn:microsoft.com/office/officeart/2008/layout/LinedList"/>
    <dgm:cxn modelId="{309E373E-CB94-4B10-A84C-EFAA0E43690E}" type="presParOf" srcId="{833B6151-45E6-4CA1-9E3B-82D5619DA50C}" destId="{7538E4BD-B508-4D34-8E22-5488BDABCFB0}" srcOrd="5" destOrd="0" presId="urn:microsoft.com/office/officeart/2008/layout/LinedList"/>
    <dgm:cxn modelId="{1B17F120-59AA-494B-ABE4-2B64EC0B0AE9}" type="presParOf" srcId="{7538E4BD-B508-4D34-8E22-5488BDABCFB0}" destId="{1D10EFDE-F051-42AD-B232-CABF4E904806}" srcOrd="0" destOrd="0" presId="urn:microsoft.com/office/officeart/2008/layout/LinedList"/>
    <dgm:cxn modelId="{A1FA4571-1E17-49AC-8667-749474CEB998}" type="presParOf" srcId="{7538E4BD-B508-4D34-8E22-5488BDABCFB0}" destId="{51C654CF-B4C6-48EA-8131-45E2DB4993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43782-D806-462D-9B7A-1C346924EEDD}">
      <dsp:nvSpPr>
        <dsp:cNvPr id="0" name=""/>
        <dsp:cNvSpPr/>
      </dsp:nvSpPr>
      <dsp:spPr>
        <a:xfrm>
          <a:off x="0" y="1977"/>
          <a:ext cx="3544034" cy="0"/>
        </a:xfrm>
        <a:prstGeom prst="line">
          <a:avLst/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6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A289D17-12C7-43FA-9F92-ECDD660E088C}">
      <dsp:nvSpPr>
        <dsp:cNvPr id="0" name=""/>
        <dsp:cNvSpPr/>
      </dsp:nvSpPr>
      <dsp:spPr>
        <a:xfrm>
          <a:off x="0" y="1977"/>
          <a:ext cx="3544034" cy="13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Helps in Switching Activities</a:t>
          </a:r>
        </a:p>
      </dsp:txBody>
      <dsp:txXfrm>
        <a:off x="0" y="1977"/>
        <a:ext cx="3544034" cy="1348945"/>
      </dsp:txXfrm>
    </dsp:sp>
    <dsp:sp modelId="{1C5A314B-480C-4CCA-A700-AEE51A2ECC23}">
      <dsp:nvSpPr>
        <dsp:cNvPr id="0" name=""/>
        <dsp:cNvSpPr/>
      </dsp:nvSpPr>
      <dsp:spPr>
        <a:xfrm>
          <a:off x="0" y="1350923"/>
          <a:ext cx="3544034" cy="0"/>
        </a:xfrm>
        <a:prstGeom prst="line">
          <a:avLst/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6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CE52E0-41A9-4C02-8D52-39BFCEEE8E43}">
      <dsp:nvSpPr>
        <dsp:cNvPr id="0" name=""/>
        <dsp:cNvSpPr/>
      </dsp:nvSpPr>
      <dsp:spPr>
        <a:xfrm>
          <a:off x="0" y="1350923"/>
          <a:ext cx="3544034" cy="13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Storing app name </a:t>
          </a:r>
        </a:p>
      </dsp:txBody>
      <dsp:txXfrm>
        <a:off x="0" y="1350923"/>
        <a:ext cx="3544034" cy="1348945"/>
      </dsp:txXfrm>
    </dsp:sp>
    <dsp:sp modelId="{4AF003E5-886C-4BCB-89A3-9E35E6F362D6}">
      <dsp:nvSpPr>
        <dsp:cNvPr id="0" name=""/>
        <dsp:cNvSpPr/>
      </dsp:nvSpPr>
      <dsp:spPr>
        <a:xfrm>
          <a:off x="0" y="2699868"/>
          <a:ext cx="3544034" cy="0"/>
        </a:xfrm>
        <a:prstGeom prst="line">
          <a:avLst/>
        </a:prstGeom>
        <a:blipFill rotWithShape="0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6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D10EFDE-F051-42AD-B232-CABF4E904806}">
      <dsp:nvSpPr>
        <dsp:cNvPr id="0" name=""/>
        <dsp:cNvSpPr/>
      </dsp:nvSpPr>
      <dsp:spPr>
        <a:xfrm>
          <a:off x="0" y="2699868"/>
          <a:ext cx="3544034" cy="1348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Permissions etc.</a:t>
          </a:r>
        </a:p>
      </dsp:txBody>
      <dsp:txXfrm>
        <a:off x="0" y="2699868"/>
        <a:ext cx="3544034" cy="13489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D1FC0-0517-4EF6-8460-7DE5AC240E3F}" type="datetimeFigureOut">
              <a:rPr lang="en-US" smtClean="0"/>
              <a:t>10/11/2018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29B34-3F76-4BFC-9C1B-6CC4F7FC9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06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is the platform in which the app was built on</a:t>
            </a:r>
          </a:p>
          <a:p>
            <a:r>
              <a:rPr lang="en-US" dirty="0"/>
              <a:t>The emulator ran the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17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Firebase was the database used in storing user information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8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 in switching from one screen to the next , storing the app name and asking for permissions from 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11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startup screen was designed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23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signup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03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signup page was designed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16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89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login page was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1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app is complete we just have to get the app approved by google pay a certain fee and with that the app can be published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29B34-3F76-4BFC-9C1B-6CC4F7FC93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8B07-2C06-4CF2-8E91-F7385E71E2CB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36D4-0671-4B70-A95D-BFBC9A35DA5B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D67DAC-232D-4042-B5C0-E64770A42A28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ECD2C-79BD-4B90-B3FA-E3B19B3FF97B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FDB6-7A26-4DBB-9BB0-088C0534314D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C72F-E0F0-449A-A903-6D7865ED3EFA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207D-C9F3-42EA-960B-DC9955B358C7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7A6-8947-4115-8D9E-E89B1EC0518D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0A6F-F31A-4CA3-B222-0B3C224FF998}" type="datetimeFigureOut">
              <a:rPr lang="en-US" dirty="0"/>
              <a:t>10/11/2018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69D4-B020-4602-B87C-B094679675DF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11EA-3D59-4DFE-9385-0A032B3191AF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8A1663-7765-4EF4-B97F-A02E70C6265E}" type="datetimeFigureOut">
              <a:rPr lang="en-US" dirty="0"/>
              <a:t>10/11/2018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microsoft.com/office/2007/relationships/diagramDrawing" Target="../diagrams/drawing1.xml"/><Relationship Id="rId4" Type="http://schemas.microsoft.com/office/2007/relationships/hdphoto" Target="../media/hdphoto2.wdp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BAA9-D689-4B01-BEBE-0360BAFBBF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SDB SKULDEYBORE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8BFF8-8F64-4263-AAC0-3CF530C963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Name : Matt </a:t>
            </a:r>
            <a:r>
              <a:rPr lang="en-US" dirty="0" err="1"/>
              <a:t>luis</a:t>
            </a:r>
            <a:endParaRPr lang="en-US" dirty="0"/>
          </a:p>
          <a:p>
            <a:r>
              <a:rPr lang="en-US" dirty="0"/>
              <a:t>Class : Information Technology Project 1</a:t>
            </a:r>
          </a:p>
          <a:p>
            <a:r>
              <a:rPr lang="en-US" dirty="0"/>
              <a:t>App Name: SDR SKULDEYBORE</a:t>
            </a:r>
          </a:p>
          <a:p>
            <a:r>
              <a:rPr lang="en-US" dirty="0"/>
              <a:t>Date : 10-11-2018</a:t>
            </a:r>
          </a:p>
        </p:txBody>
      </p:sp>
    </p:spTree>
    <p:extLst>
      <p:ext uri="{BB962C8B-B14F-4D97-AF65-F5344CB8AC3E}">
        <p14:creationId xmlns:p14="http://schemas.microsoft.com/office/powerpoint/2010/main" val="4188687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F7A820-AA09-4D36-8BC9-6057B1A5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5C028-A640-4292-93E9-41C106A2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/>
              <a:t>Tools Used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D144C374-9412-4176-9DBE-2D60B2781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9" y="1653344"/>
            <a:ext cx="6882269" cy="356157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B14638-7150-41BA-ADB0-49AF8B568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r>
              <a:rPr lang="en-US" sz="1600" dirty="0"/>
              <a:t>Android Studio</a:t>
            </a:r>
          </a:p>
          <a:p>
            <a:r>
              <a:rPr lang="en-US" sz="1600" dirty="0"/>
              <a:t>Android Emulator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0C1A80-C382-44F9-8B72-19D5625B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D7C7BAE-433B-4B8F-9F80-E469A375C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D7D7E4-5AD3-4B48-9AD1-274BA925B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116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9F7A820-AA09-4D36-8BC9-6057B1A5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DC33C-1C17-4FCE-BF88-FDD8C590E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/>
              <a:t>Tools Used</a:t>
            </a: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C0DD6A6-15F4-4462-AD48-AA5E44F5CA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99" y="1782386"/>
            <a:ext cx="6882269" cy="3303488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0AA3C97-13CC-49CB-97CB-929481D3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r>
              <a:rPr lang="en-US" sz="1600" dirty="0"/>
              <a:t>Firebase Database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0C1A80-C382-44F9-8B72-19D5625B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D7C7BAE-433B-4B8F-9F80-E469A375C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2D7D7E4-5AD3-4B48-9AD1-274BA925B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192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9F7A820-AA09-4D36-8BC9-6057B1A5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9F6E1-14F4-42C9-8361-ABEF5C626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/>
              <a:t>Android Manifest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0C1A80-C382-44F9-8B72-19D5625B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D7C7BAE-433B-4B8F-9F80-E469A375C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2D7D7E4-5AD3-4B48-9AD1-274BA925B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19" name="Content Placeholder 9">
            <a:extLst>
              <a:ext uri="{FF2B5EF4-FFF2-40B4-BE49-F238E27FC236}">
                <a16:creationId xmlns:a16="http://schemas.microsoft.com/office/drawing/2014/main" id="{14CEB79D-9695-4CC8-AC4E-2CBE5E0349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2953667"/>
              </p:ext>
            </p:extLst>
          </p:nvPr>
        </p:nvGraphicFramePr>
        <p:xfrm>
          <a:off x="8156351" y="2121408"/>
          <a:ext cx="3544034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0" name="Picture 9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AE3D1A23-1C6D-4712-BCE8-658E183CD1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7773972" cy="72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0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795E-837E-49B1-B521-B1042649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Screen</a:t>
            </a:r>
          </a:p>
        </p:txBody>
      </p:sp>
      <p:pic>
        <p:nvPicPr>
          <p:cNvPr id="9" name="Content Placeholder 8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F7DDBA60-A2B5-42EC-BD7D-5834CE9A0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4298" y="2120900"/>
            <a:ext cx="7849753" cy="4051300"/>
          </a:xfrm>
        </p:spPr>
      </p:pic>
    </p:spTree>
    <p:extLst>
      <p:ext uri="{BB962C8B-B14F-4D97-AF65-F5344CB8AC3E}">
        <p14:creationId xmlns:p14="http://schemas.microsoft.com/office/powerpoint/2010/main" val="2084266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CA26-C57D-49E7-8223-4F6AF5158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Up</a:t>
            </a:r>
          </a:p>
        </p:txBody>
      </p:sp>
      <p:pic>
        <p:nvPicPr>
          <p:cNvPr id="15" name="Content Placeholder 14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2E719237-6176-4C63-A8A0-9515CEDCE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3461" y="2120900"/>
            <a:ext cx="7871427" cy="4051300"/>
          </a:xfrm>
        </p:spPr>
      </p:pic>
    </p:spTree>
    <p:extLst>
      <p:ext uri="{BB962C8B-B14F-4D97-AF65-F5344CB8AC3E}">
        <p14:creationId xmlns:p14="http://schemas.microsoft.com/office/powerpoint/2010/main" val="3686193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1F6B-A3CC-4096-A054-D3F21BE7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Sign-up Design</a:t>
            </a:r>
          </a:p>
        </p:txBody>
      </p:sp>
      <p:pic>
        <p:nvPicPr>
          <p:cNvPr id="9" name="Content Placeholder 8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7F93C841-D164-4858-9C57-2E5CAA6F9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6687" y="2120900"/>
            <a:ext cx="7904975" cy="4051300"/>
          </a:xfrm>
        </p:spPr>
      </p:pic>
    </p:spTree>
    <p:extLst>
      <p:ext uri="{BB962C8B-B14F-4D97-AF65-F5344CB8AC3E}">
        <p14:creationId xmlns:p14="http://schemas.microsoft.com/office/powerpoint/2010/main" val="3261469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3484-7883-4F04-AEB9-DBD58E64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</a:t>
            </a:r>
          </a:p>
        </p:txBody>
      </p:sp>
      <p:pic>
        <p:nvPicPr>
          <p:cNvPr id="9" name="Content Placeholder 8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B5EC0990-583D-4CC9-B6AE-28F4F55C1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5402" y="2120900"/>
            <a:ext cx="7827546" cy="4051300"/>
          </a:xfrm>
        </p:spPr>
      </p:pic>
    </p:spTree>
    <p:extLst>
      <p:ext uri="{BB962C8B-B14F-4D97-AF65-F5344CB8AC3E}">
        <p14:creationId xmlns:p14="http://schemas.microsoft.com/office/powerpoint/2010/main" val="35330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4A87F-4409-456B-B8B0-B61E0FF9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Log-in Design</a:t>
            </a:r>
          </a:p>
        </p:txBody>
      </p:sp>
      <p:pic>
        <p:nvPicPr>
          <p:cNvPr id="12" name="Content Placeholder 11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27FF334B-24C3-4B5A-AEB8-ADB0F805D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1132" y="2120900"/>
            <a:ext cx="7816086" cy="4051300"/>
          </a:xfrm>
        </p:spPr>
      </p:pic>
    </p:spTree>
    <p:extLst>
      <p:ext uri="{BB962C8B-B14F-4D97-AF65-F5344CB8AC3E}">
        <p14:creationId xmlns:p14="http://schemas.microsoft.com/office/powerpoint/2010/main" val="3423090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D5953-651B-4ABC-8FD0-26EE1D2F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</a:p>
        </p:txBody>
      </p:sp>
      <p:pic>
        <p:nvPicPr>
          <p:cNvPr id="5" name="Content Placeholder 4" descr="A picture containing monitor, electronics&#10;&#10;Description generated with very high confidence">
            <a:extLst>
              <a:ext uri="{FF2B5EF4-FFF2-40B4-BE49-F238E27FC236}">
                <a16:creationId xmlns:a16="http://schemas.microsoft.com/office/drawing/2014/main" id="{662DB9EB-8F07-4B72-BA27-E28A74A39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193" y="2093976"/>
            <a:ext cx="2637904" cy="4051300"/>
          </a:xfrm>
        </p:spPr>
      </p:pic>
    </p:spTree>
    <p:extLst>
      <p:ext uri="{BB962C8B-B14F-4D97-AF65-F5344CB8AC3E}">
        <p14:creationId xmlns:p14="http://schemas.microsoft.com/office/powerpoint/2010/main" val="13666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F40A-BD4E-4C83-98D1-24A7BED7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Whats’</a:t>
            </a:r>
            <a:r>
              <a:rPr lang="en-US" dirty="0"/>
              <a:t> to 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1263-FAA5-4412-BAB8-669DCA00C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of user present</a:t>
            </a:r>
          </a:p>
          <a:p>
            <a:r>
              <a:rPr lang="en-US" dirty="0"/>
              <a:t>Storing of text</a:t>
            </a:r>
          </a:p>
          <a:p>
            <a:r>
              <a:rPr lang="en-US" dirty="0"/>
              <a:t>Showing text</a:t>
            </a:r>
          </a:p>
          <a:p>
            <a:r>
              <a:rPr lang="en-US" dirty="0"/>
              <a:t>Showing transfer of text between multiple users</a:t>
            </a:r>
          </a:p>
        </p:txBody>
      </p:sp>
    </p:spTree>
    <p:extLst>
      <p:ext uri="{BB962C8B-B14F-4D97-AF65-F5344CB8AC3E}">
        <p14:creationId xmlns:p14="http://schemas.microsoft.com/office/powerpoint/2010/main" val="1748561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23A4-CF42-4E90-AD6F-3764A298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Play-Store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43E4-0A53-4A73-81E1-148CD5EB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your app approved </a:t>
            </a:r>
          </a:p>
          <a:p>
            <a:r>
              <a:rPr lang="en-US" dirty="0"/>
              <a:t>Pay a certain fee</a:t>
            </a:r>
          </a:p>
        </p:txBody>
      </p:sp>
    </p:spTree>
    <p:extLst>
      <p:ext uri="{BB962C8B-B14F-4D97-AF65-F5344CB8AC3E}">
        <p14:creationId xmlns:p14="http://schemas.microsoft.com/office/powerpoint/2010/main" val="4066512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391A-4AE9-494A-87E6-7EDE95BC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2624328"/>
            <a:ext cx="10058400" cy="1609344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592426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69</TotalTime>
  <Words>196</Words>
  <Application>Microsoft Office PowerPoint</Application>
  <PresentationFormat>Widescreen</PresentationFormat>
  <Paragraphs>48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Rockwell Extra Bold</vt:lpstr>
      <vt:lpstr>Wingdings</vt:lpstr>
      <vt:lpstr>Wood Type</vt:lpstr>
      <vt:lpstr>SDB SKULDEYBORE</vt:lpstr>
      <vt:lpstr>Tools Used</vt:lpstr>
      <vt:lpstr>Tools Used</vt:lpstr>
      <vt:lpstr>Android Manifest</vt:lpstr>
      <vt:lpstr>Start Screen</vt:lpstr>
      <vt:lpstr>Sign Up</vt:lpstr>
      <vt:lpstr>Sign-up Design</vt:lpstr>
      <vt:lpstr>Login </vt:lpstr>
      <vt:lpstr>Log-in Design</vt:lpstr>
      <vt:lpstr>Prototype</vt:lpstr>
      <vt:lpstr>Whats’ to Come</vt:lpstr>
      <vt:lpstr>Google Play-Store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agapedesantus@gmail.com</dc:creator>
  <cp:lastModifiedBy>agapedesantus@gmail.com</cp:lastModifiedBy>
  <cp:revision>9</cp:revision>
  <dcterms:created xsi:type="dcterms:W3CDTF">2018-10-10T15:32:13Z</dcterms:created>
  <dcterms:modified xsi:type="dcterms:W3CDTF">2018-10-11T18:41:35Z</dcterms:modified>
</cp:coreProperties>
</file>