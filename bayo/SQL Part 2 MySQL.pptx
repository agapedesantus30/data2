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6" r:id="rId2"/>
    <p:sldId id="264" r:id="rId3"/>
    <p:sldId id="265" r:id="rId4"/>
    <p:sldId id="257" r:id="rId5"/>
    <p:sldId id="266" r:id="rId6"/>
    <p:sldId id="267" r:id="rId7"/>
    <p:sldId id="268" r:id="rId8"/>
    <p:sldId id="269" r:id="rId9"/>
    <p:sldId id="259" r:id="rId10"/>
    <p:sldId id="272" r:id="rId11"/>
    <p:sldId id="260" r:id="rId12"/>
    <p:sldId id="270" r:id="rId13"/>
    <p:sldId id="271" r:id="rId14"/>
    <p:sldId id="261" r:id="rId15"/>
    <p:sldId id="262" r:id="rId16"/>
    <p:sldId id="263" r:id="rId17"/>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a:srgbClr val="990099"/>
    <a:srgbClr val="99FF66"/>
    <a:srgbClr val="EEF5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6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4397493F-41C5-4BBA-83DF-3EC6B6889762}" type="datetimeFigureOut">
              <a:rPr lang="en-US"/>
              <a:pPr>
                <a:defRPr/>
              </a:pPr>
              <a:t>2/23/2017</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8C0E62A0-537B-4F39-974B-0773B9116C9B}" type="slidenum">
              <a:rPr lang="en-US"/>
              <a:pPr>
                <a:defRPr/>
              </a:pPr>
              <a:t>‹#›</a:t>
            </a:fld>
            <a:endParaRPr lang="en-US"/>
          </a:p>
        </p:txBody>
      </p:sp>
    </p:spTree>
    <p:extLst>
      <p:ext uri="{BB962C8B-B14F-4D97-AF65-F5344CB8AC3E}">
        <p14:creationId xmlns:p14="http://schemas.microsoft.com/office/powerpoint/2010/main" val="153997498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E67347F5-D615-496E-888A-F34AEB1AD4C9}" type="datetimeFigureOut">
              <a:rPr lang="en-US"/>
              <a:pPr>
                <a:defRPr/>
              </a:pPr>
              <a:t>2/23/2017</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84ECAE0F-6AF1-41CA-B5AE-D587DAF78C53}" type="slidenum">
              <a:rPr lang="en-US"/>
              <a:pPr>
                <a:defRPr/>
              </a:pPr>
              <a:t>‹#›</a:t>
            </a:fld>
            <a:endParaRPr lang="en-US"/>
          </a:p>
        </p:txBody>
      </p:sp>
    </p:spTree>
    <p:extLst>
      <p:ext uri="{BB962C8B-B14F-4D97-AF65-F5344CB8AC3E}">
        <p14:creationId xmlns:p14="http://schemas.microsoft.com/office/powerpoint/2010/main" val="7449166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2.xml"/><Relationship Id="rId2" Type="http://schemas.openxmlformats.org/officeDocument/2006/relationships/notesMaster" Target="../notesMasters/notesMaster1.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mtClean="0"/>
              <a:t>Oracle Database 10</a:t>
            </a:r>
            <a:r>
              <a:rPr lang="en-US" altLang="en-US" i="1" smtClean="0"/>
              <a:t>g</a:t>
            </a:r>
            <a:r>
              <a:rPr lang="en-US" altLang="en-US" smtClean="0"/>
              <a:t>: SQL Fundamentals I   7 - </a:t>
            </a:r>
            <a:fld id="{F515E661-2FCE-4E03-A5B9-6AD8AC588120}" type="slidenum">
              <a:rPr lang="en-US" altLang="en-US" smtClean="0"/>
              <a:pPr eaLnBrk="1" hangingPunct="1"/>
              <a:t>2</a:t>
            </a:fld>
            <a:endParaRPr lang="en-US" altLang="en-US" smtClean="0"/>
          </a:p>
        </p:txBody>
      </p:sp>
      <p:sp>
        <p:nvSpPr>
          <p:cNvPr id="16387" name="Rectangle 5"/>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8" name="Rectangle 6"/>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dirty="0" smtClean="0"/>
              <a:t>Set Operators</a:t>
            </a:r>
          </a:p>
          <a:p>
            <a:pPr lvl="1" eaLnBrk="1" hangingPunct="1">
              <a:spcBef>
                <a:spcPct val="0"/>
              </a:spcBef>
            </a:pPr>
            <a:r>
              <a:rPr lang="en-US" altLang="en-US" dirty="0" smtClean="0"/>
              <a:t>Set operators combine the results of two or more component queries into one result. Queries containing set operators are called </a:t>
            </a:r>
            <a:r>
              <a:rPr lang="en-US" altLang="en-US" i="1" dirty="0" smtClean="0"/>
              <a:t>compound</a:t>
            </a:r>
            <a:r>
              <a:rPr lang="en-US" altLang="en-US" dirty="0" smtClean="0"/>
              <a:t> </a:t>
            </a:r>
            <a:r>
              <a:rPr lang="en-US" altLang="en-US" i="1" dirty="0" smtClean="0"/>
              <a:t>queries</a:t>
            </a:r>
            <a:r>
              <a:rPr lang="en-US" altLang="en-US" dirty="0" smtClean="0"/>
              <a:t>.</a:t>
            </a:r>
          </a:p>
          <a:p>
            <a:pPr lvl="1" eaLnBrk="1" hangingPunct="1">
              <a:spcBef>
                <a:spcPct val="0"/>
              </a:spcBef>
            </a:pPr>
            <a:endParaRPr lang="en-US" altLang="en-US" dirty="0" smtClean="0"/>
          </a:p>
          <a:p>
            <a:pPr lvl="1" eaLnBrk="1" hangingPunct="1">
              <a:spcBef>
                <a:spcPct val="0"/>
              </a:spcBef>
            </a:pPr>
            <a:endParaRPr lang="en-US" altLang="en-US" dirty="0" smtClean="0"/>
          </a:p>
          <a:p>
            <a:pPr lvl="1" eaLnBrk="1" hangingPunct="1">
              <a:spcBef>
                <a:spcPct val="0"/>
              </a:spcBef>
            </a:pPr>
            <a:endParaRPr lang="en-US" altLang="en-US" dirty="0" smtClean="0"/>
          </a:p>
          <a:p>
            <a:pPr lvl="1" eaLnBrk="1" hangingPunct="1">
              <a:spcBef>
                <a:spcPct val="0"/>
              </a:spcBef>
            </a:pPr>
            <a:endParaRPr lang="en-US" altLang="en-US" dirty="0" smtClean="0"/>
          </a:p>
          <a:p>
            <a:pPr lvl="1" eaLnBrk="1" hangingPunct="1">
              <a:spcBef>
                <a:spcPct val="0"/>
              </a:spcBef>
            </a:pPr>
            <a:endParaRPr lang="en-US" altLang="en-US" dirty="0" smtClean="0"/>
          </a:p>
          <a:p>
            <a:pPr lvl="1" eaLnBrk="1" hangingPunct="1">
              <a:spcBef>
                <a:spcPct val="0"/>
              </a:spcBef>
            </a:pPr>
            <a:endParaRPr lang="en-US" altLang="en-US" dirty="0" smtClean="0"/>
          </a:p>
          <a:p>
            <a:pPr lvl="1" eaLnBrk="1" hangingPunct="1">
              <a:spcBef>
                <a:spcPct val="65000"/>
              </a:spcBef>
            </a:pPr>
            <a:r>
              <a:rPr lang="en-US" altLang="en-US" dirty="0" smtClean="0"/>
              <a:t>All set operators have equal precedence. If a SQL statement contains multiple set operators, the Oracle server evaluates them from left (top) to right (bottom) if no parentheses explicitly specify another order. You should use parentheses to specify the order of evaluation explicitly in queries that use the </a:t>
            </a:r>
            <a:r>
              <a:rPr lang="en-US" altLang="en-US" dirty="0" smtClean="0">
                <a:latin typeface="Courier New" pitchFamily="49" charset="0"/>
              </a:rPr>
              <a:t>INTERSECT</a:t>
            </a:r>
            <a:r>
              <a:rPr lang="en-US" altLang="en-US" dirty="0" smtClean="0"/>
              <a:t> operator with other set operators.</a:t>
            </a:r>
          </a:p>
        </p:txBody>
      </p:sp>
      <p:graphicFrame>
        <p:nvGraphicFramePr>
          <p:cNvPr id="16389" name="Object 2"/>
          <p:cNvGraphicFramePr>
            <a:graphicFrameLocks/>
          </p:cNvGraphicFramePr>
          <p:nvPr/>
        </p:nvGraphicFramePr>
        <p:xfrm>
          <a:off x="625475" y="5780088"/>
          <a:ext cx="5895975" cy="1520825"/>
        </p:xfrm>
        <a:graphic>
          <a:graphicData uri="http://schemas.openxmlformats.org/presentationml/2006/ole">
            <mc:AlternateContent xmlns:mc="http://schemas.openxmlformats.org/markup-compatibility/2006">
              <mc:Choice xmlns:v="urn:schemas-microsoft-com:vml" Requires="v">
                <p:oleObj spid="_x0000_s16411" name="Document" r:id="rId4" imgW="6714744" imgH="1764792" progId="Word.Document.8">
                  <p:embed/>
                </p:oleObj>
              </mc:Choice>
              <mc:Fallback>
                <p:oleObj name="Document" r:id="rId4" imgW="6714744" imgH="1764792" progId="Word.Document.8">
                  <p:embed/>
                  <p:pic>
                    <p:nvPicPr>
                      <p:cNvPr id="0" name="Object 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5475" y="5780088"/>
                        <a:ext cx="5895975" cy="1520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214002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0"/>
          <p:cNvSpPr>
            <a:spLocks noGrp="1" noChangeArrowheads="1"/>
          </p:cNvSpPr>
          <p:nvPr>
            <p:ph type="ftr" sz="quarter" idx="4"/>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mtClean="0"/>
              <a:t>Oracle Database 10</a:t>
            </a:r>
            <a:r>
              <a:rPr lang="en-US" altLang="en-US" i="1" smtClean="0"/>
              <a:t>g</a:t>
            </a:r>
            <a:r>
              <a:rPr lang="en-US" altLang="en-US" smtClean="0"/>
              <a:t>: SQL Fundamentals I   7 - </a:t>
            </a:r>
            <a:fld id="{107C0CBC-FC9B-4001-AA8B-85CE96F05ADF}" type="slidenum">
              <a:rPr lang="en-US" altLang="en-US" smtClean="0"/>
              <a:pPr eaLnBrk="1" hangingPunct="1"/>
              <a:t>3</a:t>
            </a:fld>
            <a:endParaRPr lang="en-US" altLang="en-US" smtClean="0"/>
          </a:p>
        </p:txBody>
      </p:sp>
      <p:sp>
        <p:nvSpPr>
          <p:cNvPr id="17411" name="Rectangle 4"/>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2" name="Rectangle 5"/>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altLang="en-US" smtClean="0">
                <a:latin typeface="Courier New" pitchFamily="49" charset="0"/>
              </a:rPr>
              <a:t>UNION</a:t>
            </a:r>
            <a:r>
              <a:rPr lang="en-US" altLang="en-US" smtClean="0"/>
              <a:t> Operator</a:t>
            </a:r>
          </a:p>
          <a:p>
            <a:pPr lvl="1" eaLnBrk="1" hangingPunct="1">
              <a:spcBef>
                <a:spcPct val="0"/>
              </a:spcBef>
            </a:pPr>
            <a:r>
              <a:rPr lang="en-US" altLang="en-US" smtClean="0"/>
              <a:t>The </a:t>
            </a:r>
            <a:r>
              <a:rPr lang="en-US" altLang="en-US" smtClean="0">
                <a:latin typeface="Courier New" pitchFamily="49" charset="0"/>
              </a:rPr>
              <a:t>UNION</a:t>
            </a:r>
            <a:r>
              <a:rPr lang="en-US" altLang="en-US" smtClean="0"/>
              <a:t> operator returns all rows that are selected by either query. Use the </a:t>
            </a:r>
            <a:r>
              <a:rPr lang="en-US" altLang="en-US" smtClean="0">
                <a:latin typeface="Courier New" pitchFamily="49" charset="0"/>
              </a:rPr>
              <a:t>UNION</a:t>
            </a:r>
            <a:r>
              <a:rPr lang="en-US" altLang="en-US" smtClean="0"/>
              <a:t> operator to return all rows from multiple tables and eliminate any duplicate rows.</a:t>
            </a:r>
          </a:p>
          <a:p>
            <a:pPr lvl="1" eaLnBrk="1" hangingPunct="1">
              <a:spcBef>
                <a:spcPct val="0"/>
              </a:spcBef>
            </a:pPr>
            <a:r>
              <a:rPr lang="en-US" altLang="en-US" b="1" smtClean="0"/>
              <a:t>Guidelines</a:t>
            </a:r>
          </a:p>
          <a:p>
            <a:pPr lvl="2" eaLnBrk="1" hangingPunct="1">
              <a:spcBef>
                <a:spcPct val="0"/>
              </a:spcBef>
            </a:pPr>
            <a:r>
              <a:rPr lang="en-US" altLang="en-US" smtClean="0">
                <a:latin typeface="Times" pitchFamily="18" charset="0"/>
              </a:rPr>
              <a:t>The number of columns and the data types of the columns being selected must be identical in all the </a:t>
            </a:r>
            <a:r>
              <a:rPr lang="en-US" altLang="en-US" smtClean="0">
                <a:latin typeface="Courier New" pitchFamily="49" charset="0"/>
              </a:rPr>
              <a:t>SELECT</a:t>
            </a:r>
            <a:r>
              <a:rPr lang="en-US" altLang="en-US" smtClean="0">
                <a:latin typeface="Times" pitchFamily="18" charset="0"/>
              </a:rPr>
              <a:t> statements used in the query. The names of the columns need not be identical.</a:t>
            </a:r>
          </a:p>
          <a:p>
            <a:pPr lvl="2" eaLnBrk="1" hangingPunct="1">
              <a:spcBef>
                <a:spcPct val="0"/>
              </a:spcBef>
            </a:pPr>
            <a:r>
              <a:rPr lang="en-US" altLang="en-US" smtClean="0">
                <a:latin typeface="Courier New" pitchFamily="49" charset="0"/>
              </a:rPr>
              <a:t>UNION</a:t>
            </a:r>
            <a:r>
              <a:rPr lang="en-US" altLang="en-US" smtClean="0"/>
              <a:t> operates over all of the columns being selected.</a:t>
            </a:r>
          </a:p>
          <a:p>
            <a:pPr lvl="2" eaLnBrk="1" hangingPunct="1">
              <a:spcBef>
                <a:spcPct val="0"/>
              </a:spcBef>
            </a:pPr>
            <a:r>
              <a:rPr lang="en-US" altLang="en-US" smtClean="0">
                <a:latin typeface="Courier New" pitchFamily="49" charset="0"/>
              </a:rPr>
              <a:t>NULL</a:t>
            </a:r>
            <a:r>
              <a:rPr lang="en-US" altLang="en-US" smtClean="0"/>
              <a:t> values are not ignored during duplicate checking. </a:t>
            </a:r>
          </a:p>
          <a:p>
            <a:pPr lvl="2" eaLnBrk="1" hangingPunct="1">
              <a:spcBef>
                <a:spcPct val="0"/>
              </a:spcBef>
            </a:pPr>
            <a:r>
              <a:rPr lang="en-US" altLang="en-US" smtClean="0">
                <a:latin typeface="Times" pitchFamily="18" charset="0"/>
              </a:rPr>
              <a:t>The </a:t>
            </a:r>
            <a:r>
              <a:rPr lang="en-US" altLang="en-US" smtClean="0">
                <a:latin typeface="Courier New" pitchFamily="49" charset="0"/>
              </a:rPr>
              <a:t>IN</a:t>
            </a:r>
            <a:r>
              <a:rPr lang="en-US" altLang="en-US" smtClean="0">
                <a:latin typeface="Times" pitchFamily="18" charset="0"/>
              </a:rPr>
              <a:t> operator has a higher precedence than the </a:t>
            </a:r>
            <a:r>
              <a:rPr lang="en-US" altLang="en-US" smtClean="0">
                <a:latin typeface="Courier New" pitchFamily="49" charset="0"/>
              </a:rPr>
              <a:t>UNION</a:t>
            </a:r>
            <a:r>
              <a:rPr lang="en-US" altLang="en-US" smtClean="0">
                <a:latin typeface="Times" pitchFamily="18" charset="0"/>
              </a:rPr>
              <a:t> operator.</a:t>
            </a:r>
          </a:p>
          <a:p>
            <a:pPr lvl="2" eaLnBrk="1" hangingPunct="1">
              <a:spcBef>
                <a:spcPct val="0"/>
              </a:spcBef>
            </a:pPr>
            <a:r>
              <a:rPr lang="en-US" altLang="en-US" smtClean="0">
                <a:latin typeface="Times" pitchFamily="18" charset="0"/>
              </a:rPr>
              <a:t>By default, the output is sorted in ascending order of the first column of the </a:t>
            </a:r>
            <a:r>
              <a:rPr lang="en-US" altLang="en-US" smtClean="0">
                <a:latin typeface="Courier New" pitchFamily="49" charset="0"/>
              </a:rPr>
              <a:t>SELECT</a:t>
            </a:r>
            <a:r>
              <a:rPr lang="en-US" altLang="en-US" smtClean="0">
                <a:latin typeface="Times" pitchFamily="18" charset="0"/>
              </a:rPr>
              <a:t> clause.</a:t>
            </a:r>
            <a:endParaRPr lang="en-US" altLang="en-US" smtClean="0"/>
          </a:p>
          <a:p>
            <a:pPr eaLnBrk="1" hangingPunct="1">
              <a:spcBef>
                <a:spcPct val="0"/>
              </a:spcBef>
            </a:pPr>
            <a:endParaRPr lang="en-US" altLang="en-US" smtClean="0"/>
          </a:p>
        </p:txBody>
      </p:sp>
    </p:spTree>
    <p:extLst>
      <p:ext uri="{BB962C8B-B14F-4D97-AF65-F5344CB8AC3E}">
        <p14:creationId xmlns:p14="http://schemas.microsoft.com/office/powerpoint/2010/main" val="19302446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0AA31BC-0970-4126-8041-E4AFC74F6062}" type="slidenum">
              <a:rPr lang="en-US"/>
              <a:pPr>
                <a:defRPr/>
              </a:pPr>
              <a:t>‹#›</a:t>
            </a:fld>
            <a:endParaRPr lang="en-US"/>
          </a:p>
        </p:txBody>
      </p:sp>
    </p:spTree>
    <p:extLst>
      <p:ext uri="{BB962C8B-B14F-4D97-AF65-F5344CB8AC3E}">
        <p14:creationId xmlns:p14="http://schemas.microsoft.com/office/powerpoint/2010/main" val="29893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C66CE29-E7A8-4D9F-87B2-4031DDDD61D7}" type="slidenum">
              <a:rPr lang="en-US"/>
              <a:pPr>
                <a:defRPr/>
              </a:pPr>
              <a:t>‹#›</a:t>
            </a:fld>
            <a:endParaRPr lang="en-US"/>
          </a:p>
        </p:txBody>
      </p:sp>
    </p:spTree>
    <p:extLst>
      <p:ext uri="{BB962C8B-B14F-4D97-AF65-F5344CB8AC3E}">
        <p14:creationId xmlns:p14="http://schemas.microsoft.com/office/powerpoint/2010/main" val="2681068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3287C8F-8255-4E59-9C86-3836220E3FC0}" type="slidenum">
              <a:rPr lang="en-US"/>
              <a:pPr>
                <a:defRPr/>
              </a:pPr>
              <a:t>‹#›</a:t>
            </a:fld>
            <a:endParaRPr lang="en-US"/>
          </a:p>
        </p:txBody>
      </p:sp>
    </p:spTree>
    <p:extLst>
      <p:ext uri="{BB962C8B-B14F-4D97-AF65-F5344CB8AC3E}">
        <p14:creationId xmlns:p14="http://schemas.microsoft.com/office/powerpoint/2010/main" val="10736461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88DC114E-6782-43F5-A20C-6969512856E2}" type="slidenum">
              <a:rPr lang="en-US"/>
              <a:pPr>
                <a:defRPr/>
              </a:pPr>
              <a:t>‹#›</a:t>
            </a:fld>
            <a:endParaRPr lang="en-US"/>
          </a:p>
        </p:txBody>
      </p:sp>
    </p:spTree>
    <p:extLst>
      <p:ext uri="{BB962C8B-B14F-4D97-AF65-F5344CB8AC3E}">
        <p14:creationId xmlns:p14="http://schemas.microsoft.com/office/powerpoint/2010/main" val="2995286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5E3B5017-84A3-4EA3-A968-EA48BB35614B}" type="slidenum">
              <a:rPr lang="en-US"/>
              <a:pPr>
                <a:defRPr/>
              </a:pPr>
              <a:t>‹#›</a:t>
            </a:fld>
            <a:endParaRPr lang="en-US"/>
          </a:p>
        </p:txBody>
      </p:sp>
    </p:spTree>
    <p:extLst>
      <p:ext uri="{BB962C8B-B14F-4D97-AF65-F5344CB8AC3E}">
        <p14:creationId xmlns:p14="http://schemas.microsoft.com/office/powerpoint/2010/main" val="17813435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9E58E77-CBF0-4CD8-9237-EFD109C7B5AE}" type="slidenum">
              <a:rPr lang="en-US"/>
              <a:pPr>
                <a:defRPr/>
              </a:pPr>
              <a:t>‹#›</a:t>
            </a:fld>
            <a:endParaRPr lang="en-US"/>
          </a:p>
        </p:txBody>
      </p:sp>
    </p:spTree>
    <p:extLst>
      <p:ext uri="{BB962C8B-B14F-4D97-AF65-F5344CB8AC3E}">
        <p14:creationId xmlns:p14="http://schemas.microsoft.com/office/powerpoint/2010/main" val="16728197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0904438E-E32D-4C06-9455-CCB1C7F68E69}" type="slidenum">
              <a:rPr lang="en-US"/>
              <a:pPr>
                <a:defRPr/>
              </a:pPr>
              <a:t>‹#›</a:t>
            </a:fld>
            <a:endParaRPr lang="en-US"/>
          </a:p>
        </p:txBody>
      </p:sp>
    </p:spTree>
    <p:extLst>
      <p:ext uri="{BB962C8B-B14F-4D97-AF65-F5344CB8AC3E}">
        <p14:creationId xmlns:p14="http://schemas.microsoft.com/office/powerpoint/2010/main" val="30016595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F74C5F0-E086-4763-8EC7-0DCF8C352EF3}" type="slidenum">
              <a:rPr lang="en-US"/>
              <a:pPr>
                <a:defRPr/>
              </a:pPr>
              <a:t>‹#›</a:t>
            </a:fld>
            <a:endParaRPr lang="en-US"/>
          </a:p>
        </p:txBody>
      </p:sp>
    </p:spTree>
    <p:extLst>
      <p:ext uri="{BB962C8B-B14F-4D97-AF65-F5344CB8AC3E}">
        <p14:creationId xmlns:p14="http://schemas.microsoft.com/office/powerpoint/2010/main" val="3238408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8863632-E295-467D-A064-95CCE3D2E175}" type="slidenum">
              <a:rPr lang="en-US"/>
              <a:pPr>
                <a:defRPr/>
              </a:pPr>
              <a:t>‹#›</a:t>
            </a:fld>
            <a:endParaRPr lang="en-US"/>
          </a:p>
        </p:txBody>
      </p:sp>
    </p:spTree>
    <p:extLst>
      <p:ext uri="{BB962C8B-B14F-4D97-AF65-F5344CB8AC3E}">
        <p14:creationId xmlns:p14="http://schemas.microsoft.com/office/powerpoint/2010/main" val="2991595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69ED034E-5E76-4E83-A989-791ACC1441C7}" type="slidenum">
              <a:rPr lang="en-US"/>
              <a:pPr>
                <a:defRPr/>
              </a:pPr>
              <a:t>‹#›</a:t>
            </a:fld>
            <a:endParaRPr lang="en-US"/>
          </a:p>
        </p:txBody>
      </p:sp>
    </p:spTree>
    <p:extLst>
      <p:ext uri="{BB962C8B-B14F-4D97-AF65-F5344CB8AC3E}">
        <p14:creationId xmlns:p14="http://schemas.microsoft.com/office/powerpoint/2010/main" val="207244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CA07756A-FC17-48BC-86FC-3DE5DF5644BE}" type="slidenum">
              <a:rPr lang="en-US"/>
              <a:pPr>
                <a:defRPr/>
              </a:pPr>
              <a:t>‹#›</a:t>
            </a:fld>
            <a:endParaRPr lang="en-US"/>
          </a:p>
        </p:txBody>
      </p:sp>
    </p:spTree>
    <p:extLst>
      <p:ext uri="{BB962C8B-B14F-4D97-AF65-F5344CB8AC3E}">
        <p14:creationId xmlns:p14="http://schemas.microsoft.com/office/powerpoint/2010/main" val="2724628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pPr>
              <a:defRPr/>
            </a:pPr>
            <a:fld id="{0228008C-1E5B-4CA5-8CC4-1318543CF26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p:txBody>
          <a:bodyPr/>
          <a:lstStyle/>
          <a:p>
            <a:pPr eaLnBrk="1" hangingPunct="1"/>
            <a:r>
              <a:rPr lang="en-US" altLang="en-US" dirty="0" smtClean="0"/>
              <a:t>SQL Part 2</a:t>
            </a:r>
          </a:p>
        </p:txBody>
      </p:sp>
      <p:sp>
        <p:nvSpPr>
          <p:cNvPr id="2" name="Subtitle 1"/>
          <p:cNvSpPr>
            <a:spLocks noGrp="1"/>
          </p:cNvSpPr>
          <p:nvPr>
            <p:ph type="subTitle" idx="1"/>
          </p:nvPr>
        </p:nvSpPr>
        <p:spPr/>
        <p:txBody>
          <a:bodyPr/>
          <a:lstStyle/>
          <a:p>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a:xfrm>
            <a:off x="611188" y="438150"/>
            <a:ext cx="7916862" cy="876300"/>
          </a:xfrm>
          <a:noFill/>
        </p:spPr>
        <p:txBody>
          <a:bodyPr lIns="9144" tIns="9144" rIns="9144" bIns="9144"/>
          <a:lstStyle/>
          <a:p>
            <a:r>
              <a:rPr lang="en-US" altLang="en-US" smtClean="0"/>
              <a:t>Set Operators</a:t>
            </a:r>
          </a:p>
        </p:txBody>
      </p:sp>
      <p:sp>
        <p:nvSpPr>
          <p:cNvPr id="3075" name="Rectangle 3"/>
          <p:cNvSpPr>
            <a:spLocks noChangeArrowheads="1"/>
          </p:cNvSpPr>
          <p:nvPr/>
        </p:nvSpPr>
        <p:spPr bwMode="auto">
          <a:xfrm>
            <a:off x="3276600" y="1828800"/>
            <a:ext cx="1295400"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2200" b="1">
                <a:latin typeface="Courier New" pitchFamily="49" charset="0"/>
              </a:rPr>
              <a:t>UNION</a:t>
            </a:r>
          </a:p>
        </p:txBody>
      </p:sp>
      <p:sp>
        <p:nvSpPr>
          <p:cNvPr id="3076" name="Rectangle 4"/>
          <p:cNvSpPr>
            <a:spLocks noChangeArrowheads="1"/>
          </p:cNvSpPr>
          <p:nvPr/>
        </p:nvSpPr>
        <p:spPr bwMode="auto">
          <a:xfrm>
            <a:off x="1406525" y="104775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charset="0"/>
              </a:defRPr>
            </a:lvl1pPr>
            <a:lvl2pPr marL="742950" indent="-285750" defTabSz="762000" eaLnBrk="0" hangingPunct="0">
              <a:defRPr>
                <a:solidFill>
                  <a:schemeClr val="tx1"/>
                </a:solidFill>
                <a:latin typeface="Arial" charset="0"/>
              </a:defRPr>
            </a:lvl2pPr>
            <a:lvl3pPr marL="1143000" indent="-228600" defTabSz="762000" eaLnBrk="0" hangingPunct="0">
              <a:defRPr>
                <a:solidFill>
                  <a:schemeClr val="tx1"/>
                </a:solidFill>
                <a:latin typeface="Arial" charset="0"/>
              </a:defRPr>
            </a:lvl3pPr>
            <a:lvl4pPr marL="1600200" indent="-228600" defTabSz="762000" eaLnBrk="0" hangingPunct="0">
              <a:defRPr>
                <a:solidFill>
                  <a:schemeClr val="tx1"/>
                </a:solidFill>
                <a:latin typeface="Arial" charset="0"/>
              </a:defRPr>
            </a:lvl4pPr>
            <a:lvl5pPr marL="2057400" indent="-228600" defTabSz="762000" eaLnBrk="0" hangingPunct="0">
              <a:defRPr>
                <a:solidFill>
                  <a:schemeClr val="tx1"/>
                </a:solidFill>
                <a:latin typeface="Arial" charset="0"/>
              </a:defRPr>
            </a:lvl5pPr>
            <a:lvl6pPr marL="2514600" indent="-228600" defTabSz="762000" eaLnBrk="0" fontAlgn="base" hangingPunct="0">
              <a:spcBef>
                <a:spcPct val="0"/>
              </a:spcBef>
              <a:spcAft>
                <a:spcPct val="0"/>
              </a:spcAft>
              <a:defRPr>
                <a:solidFill>
                  <a:schemeClr val="tx1"/>
                </a:solidFill>
                <a:latin typeface="Arial" charset="0"/>
              </a:defRPr>
            </a:lvl6pPr>
            <a:lvl7pPr marL="2971800" indent="-228600" defTabSz="762000" eaLnBrk="0" fontAlgn="base" hangingPunct="0">
              <a:spcBef>
                <a:spcPct val="0"/>
              </a:spcBef>
              <a:spcAft>
                <a:spcPct val="0"/>
              </a:spcAft>
              <a:defRPr>
                <a:solidFill>
                  <a:schemeClr val="tx1"/>
                </a:solidFill>
                <a:latin typeface="Arial" charset="0"/>
              </a:defRPr>
            </a:lvl7pPr>
            <a:lvl8pPr marL="3429000" indent="-228600" defTabSz="762000" eaLnBrk="0" fontAlgn="base" hangingPunct="0">
              <a:spcBef>
                <a:spcPct val="0"/>
              </a:spcBef>
              <a:spcAft>
                <a:spcPct val="0"/>
              </a:spcAft>
              <a:defRPr>
                <a:solidFill>
                  <a:schemeClr val="tx1"/>
                </a:solidFill>
                <a:latin typeface="Arial" charset="0"/>
              </a:defRPr>
            </a:lvl8pPr>
            <a:lvl9pPr marL="3886200" indent="-228600" defTabSz="762000" eaLnBrk="0" fontAlgn="base" hangingPunct="0">
              <a:spcBef>
                <a:spcPct val="0"/>
              </a:spcBef>
              <a:spcAft>
                <a:spcPct val="0"/>
              </a:spcAft>
              <a:defRPr>
                <a:solidFill>
                  <a:schemeClr val="tx1"/>
                </a:solidFill>
                <a:latin typeface="Arial" charset="0"/>
              </a:defRPr>
            </a:lvl9pPr>
          </a:lstStyle>
          <a:p>
            <a:r>
              <a:rPr lang="en-US" altLang="en-US" b="1"/>
              <a:t>A</a:t>
            </a:r>
          </a:p>
        </p:txBody>
      </p:sp>
      <p:sp>
        <p:nvSpPr>
          <p:cNvPr id="3077" name="Rectangle 5"/>
          <p:cNvSpPr>
            <a:spLocks noChangeArrowheads="1"/>
          </p:cNvSpPr>
          <p:nvPr/>
        </p:nvSpPr>
        <p:spPr bwMode="auto">
          <a:xfrm>
            <a:off x="2319338" y="106045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charset="0"/>
              </a:defRPr>
            </a:lvl1pPr>
            <a:lvl2pPr marL="742950" indent="-285750" defTabSz="762000" eaLnBrk="0" hangingPunct="0">
              <a:defRPr>
                <a:solidFill>
                  <a:schemeClr val="tx1"/>
                </a:solidFill>
                <a:latin typeface="Arial" charset="0"/>
              </a:defRPr>
            </a:lvl2pPr>
            <a:lvl3pPr marL="1143000" indent="-228600" defTabSz="762000" eaLnBrk="0" hangingPunct="0">
              <a:defRPr>
                <a:solidFill>
                  <a:schemeClr val="tx1"/>
                </a:solidFill>
                <a:latin typeface="Arial" charset="0"/>
              </a:defRPr>
            </a:lvl3pPr>
            <a:lvl4pPr marL="1600200" indent="-228600" defTabSz="762000" eaLnBrk="0" hangingPunct="0">
              <a:defRPr>
                <a:solidFill>
                  <a:schemeClr val="tx1"/>
                </a:solidFill>
                <a:latin typeface="Arial" charset="0"/>
              </a:defRPr>
            </a:lvl4pPr>
            <a:lvl5pPr marL="2057400" indent="-228600" defTabSz="762000" eaLnBrk="0" hangingPunct="0">
              <a:defRPr>
                <a:solidFill>
                  <a:schemeClr val="tx1"/>
                </a:solidFill>
                <a:latin typeface="Arial" charset="0"/>
              </a:defRPr>
            </a:lvl5pPr>
            <a:lvl6pPr marL="2514600" indent="-228600" defTabSz="762000" eaLnBrk="0" fontAlgn="base" hangingPunct="0">
              <a:spcBef>
                <a:spcPct val="0"/>
              </a:spcBef>
              <a:spcAft>
                <a:spcPct val="0"/>
              </a:spcAft>
              <a:defRPr>
                <a:solidFill>
                  <a:schemeClr val="tx1"/>
                </a:solidFill>
                <a:latin typeface="Arial" charset="0"/>
              </a:defRPr>
            </a:lvl6pPr>
            <a:lvl7pPr marL="2971800" indent="-228600" defTabSz="762000" eaLnBrk="0" fontAlgn="base" hangingPunct="0">
              <a:spcBef>
                <a:spcPct val="0"/>
              </a:spcBef>
              <a:spcAft>
                <a:spcPct val="0"/>
              </a:spcAft>
              <a:defRPr>
                <a:solidFill>
                  <a:schemeClr val="tx1"/>
                </a:solidFill>
                <a:latin typeface="Arial" charset="0"/>
              </a:defRPr>
            </a:lvl7pPr>
            <a:lvl8pPr marL="3429000" indent="-228600" defTabSz="762000" eaLnBrk="0" fontAlgn="base" hangingPunct="0">
              <a:spcBef>
                <a:spcPct val="0"/>
              </a:spcBef>
              <a:spcAft>
                <a:spcPct val="0"/>
              </a:spcAft>
              <a:defRPr>
                <a:solidFill>
                  <a:schemeClr val="tx1"/>
                </a:solidFill>
                <a:latin typeface="Arial" charset="0"/>
              </a:defRPr>
            </a:lvl8pPr>
            <a:lvl9pPr marL="3886200" indent="-228600" defTabSz="762000" eaLnBrk="0" fontAlgn="base" hangingPunct="0">
              <a:spcBef>
                <a:spcPct val="0"/>
              </a:spcBef>
              <a:spcAft>
                <a:spcPct val="0"/>
              </a:spcAft>
              <a:defRPr>
                <a:solidFill>
                  <a:schemeClr val="tx1"/>
                </a:solidFill>
                <a:latin typeface="Arial" charset="0"/>
              </a:defRPr>
            </a:lvl9pPr>
          </a:lstStyle>
          <a:p>
            <a:r>
              <a:rPr lang="en-US" altLang="en-US" b="1"/>
              <a:t>B</a:t>
            </a:r>
          </a:p>
        </p:txBody>
      </p:sp>
      <p:grpSp>
        <p:nvGrpSpPr>
          <p:cNvPr id="3078" name="Group 6"/>
          <p:cNvGrpSpPr>
            <a:grpSpLocks/>
          </p:cNvGrpSpPr>
          <p:nvPr/>
        </p:nvGrpSpPr>
        <p:grpSpPr bwMode="auto">
          <a:xfrm>
            <a:off x="903288" y="1384300"/>
            <a:ext cx="2195512" cy="1308100"/>
            <a:chOff x="569" y="920"/>
            <a:chExt cx="1383" cy="824"/>
          </a:xfrm>
        </p:grpSpPr>
        <p:sp>
          <p:nvSpPr>
            <p:cNvPr id="3092" name="Oval 7"/>
            <p:cNvSpPr>
              <a:spLocks noChangeArrowheads="1"/>
            </p:cNvSpPr>
            <p:nvPr/>
          </p:nvSpPr>
          <p:spPr bwMode="gray">
            <a:xfrm>
              <a:off x="569" y="920"/>
              <a:ext cx="803" cy="819"/>
            </a:xfrm>
            <a:prstGeom prst="ellipse">
              <a:avLst/>
            </a:prstGeom>
            <a:solidFill>
              <a:srgbClr val="FFFF00"/>
            </a:solidFill>
            <a:ln w="28575">
              <a:solidFill>
                <a:srgbClr val="000000"/>
              </a:solidFill>
              <a:round/>
              <a:headEnd/>
              <a:tailEnd/>
            </a:ln>
          </p:spPr>
          <p:txBody>
            <a:bodyPr wrap="none" lIns="90488" tIns="44450" rIns="90488" bIns="44450"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altLang="en-US" sz="2400"/>
            </a:p>
          </p:txBody>
        </p:sp>
        <p:sp>
          <p:nvSpPr>
            <p:cNvPr id="3093" name="Oval 8"/>
            <p:cNvSpPr>
              <a:spLocks noChangeArrowheads="1"/>
            </p:cNvSpPr>
            <p:nvPr/>
          </p:nvSpPr>
          <p:spPr bwMode="gray">
            <a:xfrm>
              <a:off x="1149" y="925"/>
              <a:ext cx="803" cy="819"/>
            </a:xfrm>
            <a:prstGeom prst="ellipse">
              <a:avLst/>
            </a:prstGeom>
            <a:solidFill>
              <a:srgbClr val="FFFF00"/>
            </a:solidFill>
            <a:ln w="28575">
              <a:solidFill>
                <a:srgbClr val="000000"/>
              </a:solidFill>
              <a:round/>
              <a:headEnd/>
              <a:tailEnd/>
            </a:ln>
          </p:spPr>
          <p:txBody>
            <a:bodyPr wrap="none" lIns="90488" tIns="44450" rIns="90488" bIns="44450"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altLang="en-US" sz="2400"/>
            </a:p>
          </p:txBody>
        </p:sp>
      </p:grpSp>
      <p:sp>
        <p:nvSpPr>
          <p:cNvPr id="3079" name="Rectangle 15"/>
          <p:cNvSpPr>
            <a:spLocks noChangeArrowheads="1"/>
          </p:cNvSpPr>
          <p:nvPr/>
        </p:nvSpPr>
        <p:spPr bwMode="auto">
          <a:xfrm>
            <a:off x="1403350" y="2809875"/>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charset="0"/>
              </a:defRPr>
            </a:lvl1pPr>
            <a:lvl2pPr marL="742950" indent="-285750" defTabSz="762000" eaLnBrk="0" hangingPunct="0">
              <a:defRPr>
                <a:solidFill>
                  <a:schemeClr val="tx1"/>
                </a:solidFill>
                <a:latin typeface="Arial" charset="0"/>
              </a:defRPr>
            </a:lvl2pPr>
            <a:lvl3pPr marL="1143000" indent="-228600" defTabSz="762000" eaLnBrk="0" hangingPunct="0">
              <a:defRPr>
                <a:solidFill>
                  <a:schemeClr val="tx1"/>
                </a:solidFill>
                <a:latin typeface="Arial" charset="0"/>
              </a:defRPr>
            </a:lvl3pPr>
            <a:lvl4pPr marL="1600200" indent="-228600" defTabSz="762000" eaLnBrk="0" hangingPunct="0">
              <a:defRPr>
                <a:solidFill>
                  <a:schemeClr val="tx1"/>
                </a:solidFill>
                <a:latin typeface="Arial" charset="0"/>
              </a:defRPr>
            </a:lvl4pPr>
            <a:lvl5pPr marL="2057400" indent="-228600" defTabSz="762000" eaLnBrk="0" hangingPunct="0">
              <a:defRPr>
                <a:solidFill>
                  <a:schemeClr val="tx1"/>
                </a:solidFill>
                <a:latin typeface="Arial" charset="0"/>
              </a:defRPr>
            </a:lvl5pPr>
            <a:lvl6pPr marL="2514600" indent="-228600" defTabSz="762000" eaLnBrk="0" fontAlgn="base" hangingPunct="0">
              <a:spcBef>
                <a:spcPct val="0"/>
              </a:spcBef>
              <a:spcAft>
                <a:spcPct val="0"/>
              </a:spcAft>
              <a:defRPr>
                <a:solidFill>
                  <a:schemeClr val="tx1"/>
                </a:solidFill>
                <a:latin typeface="Arial" charset="0"/>
              </a:defRPr>
            </a:lvl6pPr>
            <a:lvl7pPr marL="2971800" indent="-228600" defTabSz="762000" eaLnBrk="0" fontAlgn="base" hangingPunct="0">
              <a:spcBef>
                <a:spcPct val="0"/>
              </a:spcBef>
              <a:spcAft>
                <a:spcPct val="0"/>
              </a:spcAft>
              <a:defRPr>
                <a:solidFill>
                  <a:schemeClr val="tx1"/>
                </a:solidFill>
                <a:latin typeface="Arial" charset="0"/>
              </a:defRPr>
            </a:lvl7pPr>
            <a:lvl8pPr marL="3429000" indent="-228600" defTabSz="762000" eaLnBrk="0" fontAlgn="base" hangingPunct="0">
              <a:spcBef>
                <a:spcPct val="0"/>
              </a:spcBef>
              <a:spcAft>
                <a:spcPct val="0"/>
              </a:spcAft>
              <a:defRPr>
                <a:solidFill>
                  <a:schemeClr val="tx1"/>
                </a:solidFill>
                <a:latin typeface="Arial" charset="0"/>
              </a:defRPr>
            </a:lvl8pPr>
            <a:lvl9pPr marL="3886200" indent="-228600" defTabSz="762000" eaLnBrk="0" fontAlgn="base" hangingPunct="0">
              <a:spcBef>
                <a:spcPct val="0"/>
              </a:spcBef>
              <a:spcAft>
                <a:spcPct val="0"/>
              </a:spcAft>
              <a:defRPr>
                <a:solidFill>
                  <a:schemeClr val="tx1"/>
                </a:solidFill>
                <a:latin typeface="Arial" charset="0"/>
              </a:defRPr>
            </a:lvl9pPr>
          </a:lstStyle>
          <a:p>
            <a:r>
              <a:rPr lang="en-US" altLang="en-US" b="1"/>
              <a:t>A</a:t>
            </a:r>
          </a:p>
        </p:txBody>
      </p:sp>
      <p:sp>
        <p:nvSpPr>
          <p:cNvPr id="3080" name="Rectangle 16"/>
          <p:cNvSpPr>
            <a:spLocks noChangeArrowheads="1"/>
          </p:cNvSpPr>
          <p:nvPr/>
        </p:nvSpPr>
        <p:spPr bwMode="auto">
          <a:xfrm>
            <a:off x="2317750" y="2809875"/>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charset="0"/>
              </a:defRPr>
            </a:lvl1pPr>
            <a:lvl2pPr marL="742950" indent="-285750" defTabSz="762000" eaLnBrk="0" hangingPunct="0">
              <a:defRPr>
                <a:solidFill>
                  <a:schemeClr val="tx1"/>
                </a:solidFill>
                <a:latin typeface="Arial" charset="0"/>
              </a:defRPr>
            </a:lvl2pPr>
            <a:lvl3pPr marL="1143000" indent="-228600" defTabSz="762000" eaLnBrk="0" hangingPunct="0">
              <a:defRPr>
                <a:solidFill>
                  <a:schemeClr val="tx1"/>
                </a:solidFill>
                <a:latin typeface="Arial" charset="0"/>
              </a:defRPr>
            </a:lvl3pPr>
            <a:lvl4pPr marL="1600200" indent="-228600" defTabSz="762000" eaLnBrk="0" hangingPunct="0">
              <a:defRPr>
                <a:solidFill>
                  <a:schemeClr val="tx1"/>
                </a:solidFill>
                <a:latin typeface="Arial" charset="0"/>
              </a:defRPr>
            </a:lvl4pPr>
            <a:lvl5pPr marL="2057400" indent="-228600" defTabSz="762000" eaLnBrk="0" hangingPunct="0">
              <a:defRPr>
                <a:solidFill>
                  <a:schemeClr val="tx1"/>
                </a:solidFill>
                <a:latin typeface="Arial" charset="0"/>
              </a:defRPr>
            </a:lvl5pPr>
            <a:lvl6pPr marL="2514600" indent="-228600" defTabSz="762000" eaLnBrk="0" fontAlgn="base" hangingPunct="0">
              <a:spcBef>
                <a:spcPct val="0"/>
              </a:spcBef>
              <a:spcAft>
                <a:spcPct val="0"/>
              </a:spcAft>
              <a:defRPr>
                <a:solidFill>
                  <a:schemeClr val="tx1"/>
                </a:solidFill>
                <a:latin typeface="Arial" charset="0"/>
              </a:defRPr>
            </a:lvl6pPr>
            <a:lvl7pPr marL="2971800" indent="-228600" defTabSz="762000" eaLnBrk="0" fontAlgn="base" hangingPunct="0">
              <a:spcBef>
                <a:spcPct val="0"/>
              </a:spcBef>
              <a:spcAft>
                <a:spcPct val="0"/>
              </a:spcAft>
              <a:defRPr>
                <a:solidFill>
                  <a:schemeClr val="tx1"/>
                </a:solidFill>
                <a:latin typeface="Arial" charset="0"/>
              </a:defRPr>
            </a:lvl7pPr>
            <a:lvl8pPr marL="3429000" indent="-228600" defTabSz="762000" eaLnBrk="0" fontAlgn="base" hangingPunct="0">
              <a:spcBef>
                <a:spcPct val="0"/>
              </a:spcBef>
              <a:spcAft>
                <a:spcPct val="0"/>
              </a:spcAft>
              <a:defRPr>
                <a:solidFill>
                  <a:schemeClr val="tx1"/>
                </a:solidFill>
                <a:latin typeface="Arial" charset="0"/>
              </a:defRPr>
            </a:lvl8pPr>
            <a:lvl9pPr marL="3886200" indent="-228600" defTabSz="762000" eaLnBrk="0" fontAlgn="base" hangingPunct="0">
              <a:spcBef>
                <a:spcPct val="0"/>
              </a:spcBef>
              <a:spcAft>
                <a:spcPct val="0"/>
              </a:spcAft>
              <a:defRPr>
                <a:solidFill>
                  <a:schemeClr val="tx1"/>
                </a:solidFill>
                <a:latin typeface="Arial" charset="0"/>
              </a:defRPr>
            </a:lvl9pPr>
          </a:lstStyle>
          <a:p>
            <a:r>
              <a:rPr lang="en-US" altLang="en-US" b="1"/>
              <a:t>B</a:t>
            </a:r>
          </a:p>
        </p:txBody>
      </p:sp>
      <p:sp>
        <p:nvSpPr>
          <p:cNvPr id="3081" name="Rectangle 17"/>
          <p:cNvSpPr>
            <a:spLocks noChangeArrowheads="1"/>
          </p:cNvSpPr>
          <p:nvPr/>
        </p:nvSpPr>
        <p:spPr bwMode="auto">
          <a:xfrm>
            <a:off x="3178175" y="3609975"/>
            <a:ext cx="16986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2200" b="1">
                <a:latin typeface="Courier New" pitchFamily="49" charset="0"/>
              </a:rPr>
              <a:t>INTERSECT</a:t>
            </a:r>
          </a:p>
        </p:txBody>
      </p:sp>
      <p:grpSp>
        <p:nvGrpSpPr>
          <p:cNvPr id="3082" name="Group 18"/>
          <p:cNvGrpSpPr>
            <a:grpSpLocks/>
          </p:cNvGrpSpPr>
          <p:nvPr/>
        </p:nvGrpSpPr>
        <p:grpSpPr bwMode="auto">
          <a:xfrm>
            <a:off x="890588" y="3155950"/>
            <a:ext cx="2235200" cy="1341438"/>
            <a:chOff x="561" y="1988"/>
            <a:chExt cx="1408" cy="845"/>
          </a:xfrm>
        </p:grpSpPr>
        <p:sp>
          <p:nvSpPr>
            <p:cNvPr id="3089" name="Oval 19"/>
            <p:cNvSpPr>
              <a:spLocks noChangeArrowheads="1"/>
            </p:cNvSpPr>
            <p:nvPr/>
          </p:nvSpPr>
          <p:spPr bwMode="gray">
            <a:xfrm>
              <a:off x="561" y="1988"/>
              <a:ext cx="824" cy="840"/>
            </a:xfrm>
            <a:prstGeom prst="ellipse">
              <a:avLst/>
            </a:prstGeom>
            <a:solidFill>
              <a:srgbClr val="6699FF"/>
            </a:solidFill>
            <a:ln w="28575">
              <a:solidFill>
                <a:schemeClr val="tx1"/>
              </a:solidFill>
              <a:round/>
              <a:headEnd/>
              <a:tailEnd/>
            </a:ln>
          </p:spPr>
          <p:txBody>
            <a:bodyPr wrap="none" lIns="90488" tIns="44450" rIns="90488" bIns="44450"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altLang="en-US" sz="2400"/>
            </a:p>
          </p:txBody>
        </p:sp>
        <p:sp>
          <p:nvSpPr>
            <p:cNvPr id="3090" name="Oval 20"/>
            <p:cNvSpPr>
              <a:spLocks noChangeArrowheads="1"/>
            </p:cNvSpPr>
            <p:nvPr/>
          </p:nvSpPr>
          <p:spPr bwMode="gray">
            <a:xfrm>
              <a:off x="1145" y="1993"/>
              <a:ext cx="824" cy="840"/>
            </a:xfrm>
            <a:prstGeom prst="ellipse">
              <a:avLst/>
            </a:prstGeom>
            <a:solidFill>
              <a:srgbClr val="6699FF"/>
            </a:solidFill>
            <a:ln w="28575">
              <a:solidFill>
                <a:schemeClr val="tx1"/>
              </a:solidFill>
              <a:round/>
              <a:headEnd/>
              <a:tailEnd/>
            </a:ln>
          </p:spPr>
          <p:txBody>
            <a:bodyPr wrap="none" lIns="90488" tIns="44450" rIns="90488" bIns="44450"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altLang="en-US" sz="2400"/>
            </a:p>
          </p:txBody>
        </p:sp>
        <p:sp>
          <p:nvSpPr>
            <p:cNvPr id="3091" name="Freeform 21"/>
            <p:cNvSpPr>
              <a:spLocks/>
            </p:cNvSpPr>
            <p:nvPr/>
          </p:nvSpPr>
          <p:spPr bwMode="gray">
            <a:xfrm>
              <a:off x="1123" y="2112"/>
              <a:ext cx="282" cy="612"/>
            </a:xfrm>
            <a:custGeom>
              <a:avLst/>
              <a:gdLst>
                <a:gd name="T0" fmla="*/ 156 w 282"/>
                <a:gd name="T1" fmla="*/ 13 h 612"/>
                <a:gd name="T2" fmla="*/ 178 w 282"/>
                <a:gd name="T3" fmla="*/ 35 h 612"/>
                <a:gd name="T4" fmla="*/ 198 w 282"/>
                <a:gd name="T5" fmla="*/ 60 h 612"/>
                <a:gd name="T6" fmla="*/ 217 w 282"/>
                <a:gd name="T7" fmla="*/ 86 h 612"/>
                <a:gd name="T8" fmla="*/ 233 w 282"/>
                <a:gd name="T9" fmla="*/ 113 h 612"/>
                <a:gd name="T10" fmla="*/ 247 w 282"/>
                <a:gd name="T11" fmla="*/ 142 h 612"/>
                <a:gd name="T12" fmla="*/ 259 w 282"/>
                <a:gd name="T13" fmla="*/ 172 h 612"/>
                <a:gd name="T14" fmla="*/ 268 w 282"/>
                <a:gd name="T15" fmla="*/ 203 h 612"/>
                <a:gd name="T16" fmla="*/ 275 w 282"/>
                <a:gd name="T17" fmla="*/ 236 h 612"/>
                <a:gd name="T18" fmla="*/ 279 w 282"/>
                <a:gd name="T19" fmla="*/ 270 h 612"/>
                <a:gd name="T20" fmla="*/ 281 w 282"/>
                <a:gd name="T21" fmla="*/ 305 h 612"/>
                <a:gd name="T22" fmla="*/ 279 w 282"/>
                <a:gd name="T23" fmla="*/ 339 h 612"/>
                <a:gd name="T24" fmla="*/ 275 w 282"/>
                <a:gd name="T25" fmla="*/ 373 h 612"/>
                <a:gd name="T26" fmla="*/ 268 w 282"/>
                <a:gd name="T27" fmla="*/ 406 h 612"/>
                <a:gd name="T28" fmla="*/ 259 w 282"/>
                <a:gd name="T29" fmla="*/ 437 h 612"/>
                <a:gd name="T30" fmla="*/ 246 w 282"/>
                <a:gd name="T31" fmla="*/ 467 h 612"/>
                <a:gd name="T32" fmla="*/ 233 w 282"/>
                <a:gd name="T33" fmla="*/ 496 h 612"/>
                <a:gd name="T34" fmla="*/ 216 w 282"/>
                <a:gd name="T35" fmla="*/ 524 h 612"/>
                <a:gd name="T36" fmla="*/ 198 w 282"/>
                <a:gd name="T37" fmla="*/ 550 h 612"/>
                <a:gd name="T38" fmla="*/ 178 w 282"/>
                <a:gd name="T39" fmla="*/ 574 h 612"/>
                <a:gd name="T40" fmla="*/ 156 w 282"/>
                <a:gd name="T41" fmla="*/ 597 h 612"/>
                <a:gd name="T42" fmla="*/ 132 w 282"/>
                <a:gd name="T43" fmla="*/ 604 h 612"/>
                <a:gd name="T44" fmla="*/ 109 w 282"/>
                <a:gd name="T45" fmla="*/ 582 h 612"/>
                <a:gd name="T46" fmla="*/ 89 w 282"/>
                <a:gd name="T47" fmla="*/ 558 h 612"/>
                <a:gd name="T48" fmla="*/ 69 w 282"/>
                <a:gd name="T49" fmla="*/ 533 h 612"/>
                <a:gd name="T50" fmla="*/ 53 w 282"/>
                <a:gd name="T51" fmla="*/ 506 h 612"/>
                <a:gd name="T52" fmla="*/ 38 w 282"/>
                <a:gd name="T53" fmla="*/ 478 h 612"/>
                <a:gd name="T54" fmla="*/ 25 w 282"/>
                <a:gd name="T55" fmla="*/ 447 h 612"/>
                <a:gd name="T56" fmla="*/ 16 w 282"/>
                <a:gd name="T57" fmla="*/ 417 h 612"/>
                <a:gd name="T58" fmla="*/ 7 w 282"/>
                <a:gd name="T59" fmla="*/ 384 h 612"/>
                <a:gd name="T60" fmla="*/ 2 w 282"/>
                <a:gd name="T61" fmla="*/ 351 h 612"/>
                <a:gd name="T62" fmla="*/ 0 w 282"/>
                <a:gd name="T63" fmla="*/ 316 h 612"/>
                <a:gd name="T64" fmla="*/ 0 w 282"/>
                <a:gd name="T65" fmla="*/ 282 h 612"/>
                <a:gd name="T66" fmla="*/ 3 w 282"/>
                <a:gd name="T67" fmla="*/ 248 h 612"/>
                <a:gd name="T68" fmla="*/ 10 w 282"/>
                <a:gd name="T69" fmla="*/ 215 h 612"/>
                <a:gd name="T70" fmla="*/ 19 w 282"/>
                <a:gd name="T71" fmla="*/ 183 h 612"/>
                <a:gd name="T72" fmla="*/ 30 w 282"/>
                <a:gd name="T73" fmla="*/ 152 h 612"/>
                <a:gd name="T74" fmla="*/ 43 w 282"/>
                <a:gd name="T75" fmla="*/ 122 h 612"/>
                <a:gd name="T76" fmla="*/ 58 w 282"/>
                <a:gd name="T77" fmla="*/ 95 h 612"/>
                <a:gd name="T78" fmla="*/ 76 w 282"/>
                <a:gd name="T79" fmla="*/ 68 h 612"/>
                <a:gd name="T80" fmla="*/ 96 w 282"/>
                <a:gd name="T81" fmla="*/ 44 h 612"/>
                <a:gd name="T82" fmla="*/ 117 w 282"/>
                <a:gd name="T83" fmla="*/ 20 h 612"/>
                <a:gd name="T84" fmla="*/ 140 w 282"/>
                <a:gd name="T85" fmla="*/ 0 h 612"/>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82"/>
                <a:gd name="T130" fmla="*/ 0 h 612"/>
                <a:gd name="T131" fmla="*/ 282 w 282"/>
                <a:gd name="T132" fmla="*/ 612 h 612"/>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82" h="612">
                  <a:moveTo>
                    <a:pt x="140" y="0"/>
                  </a:moveTo>
                  <a:lnTo>
                    <a:pt x="148" y="6"/>
                  </a:lnTo>
                  <a:lnTo>
                    <a:pt x="156" y="13"/>
                  </a:lnTo>
                  <a:lnTo>
                    <a:pt x="164" y="20"/>
                  </a:lnTo>
                  <a:lnTo>
                    <a:pt x="171" y="27"/>
                  </a:lnTo>
                  <a:lnTo>
                    <a:pt x="178" y="35"/>
                  </a:lnTo>
                  <a:lnTo>
                    <a:pt x="185" y="44"/>
                  </a:lnTo>
                  <a:lnTo>
                    <a:pt x="192" y="51"/>
                  </a:lnTo>
                  <a:lnTo>
                    <a:pt x="198" y="60"/>
                  </a:lnTo>
                  <a:lnTo>
                    <a:pt x="205" y="68"/>
                  </a:lnTo>
                  <a:lnTo>
                    <a:pt x="211" y="77"/>
                  </a:lnTo>
                  <a:lnTo>
                    <a:pt x="217" y="86"/>
                  </a:lnTo>
                  <a:lnTo>
                    <a:pt x="222" y="94"/>
                  </a:lnTo>
                  <a:lnTo>
                    <a:pt x="228" y="104"/>
                  </a:lnTo>
                  <a:lnTo>
                    <a:pt x="233" y="113"/>
                  </a:lnTo>
                  <a:lnTo>
                    <a:pt x="238" y="122"/>
                  </a:lnTo>
                  <a:lnTo>
                    <a:pt x="243" y="132"/>
                  </a:lnTo>
                  <a:lnTo>
                    <a:pt x="247" y="142"/>
                  </a:lnTo>
                  <a:lnTo>
                    <a:pt x="251" y="152"/>
                  </a:lnTo>
                  <a:lnTo>
                    <a:pt x="255" y="162"/>
                  </a:lnTo>
                  <a:lnTo>
                    <a:pt x="259" y="172"/>
                  </a:lnTo>
                  <a:lnTo>
                    <a:pt x="262" y="182"/>
                  </a:lnTo>
                  <a:lnTo>
                    <a:pt x="265" y="193"/>
                  </a:lnTo>
                  <a:lnTo>
                    <a:pt x="268" y="203"/>
                  </a:lnTo>
                  <a:lnTo>
                    <a:pt x="271" y="214"/>
                  </a:lnTo>
                  <a:lnTo>
                    <a:pt x="273" y="225"/>
                  </a:lnTo>
                  <a:lnTo>
                    <a:pt x="275" y="236"/>
                  </a:lnTo>
                  <a:lnTo>
                    <a:pt x="277" y="247"/>
                  </a:lnTo>
                  <a:lnTo>
                    <a:pt x="278" y="259"/>
                  </a:lnTo>
                  <a:lnTo>
                    <a:pt x="279" y="270"/>
                  </a:lnTo>
                  <a:lnTo>
                    <a:pt x="280" y="281"/>
                  </a:lnTo>
                  <a:lnTo>
                    <a:pt x="281" y="293"/>
                  </a:lnTo>
                  <a:lnTo>
                    <a:pt x="281" y="305"/>
                  </a:lnTo>
                  <a:lnTo>
                    <a:pt x="281" y="316"/>
                  </a:lnTo>
                  <a:lnTo>
                    <a:pt x="280" y="328"/>
                  </a:lnTo>
                  <a:lnTo>
                    <a:pt x="279" y="339"/>
                  </a:lnTo>
                  <a:lnTo>
                    <a:pt x="278" y="350"/>
                  </a:lnTo>
                  <a:lnTo>
                    <a:pt x="277" y="362"/>
                  </a:lnTo>
                  <a:lnTo>
                    <a:pt x="275" y="373"/>
                  </a:lnTo>
                  <a:lnTo>
                    <a:pt x="273" y="384"/>
                  </a:lnTo>
                  <a:lnTo>
                    <a:pt x="271" y="395"/>
                  </a:lnTo>
                  <a:lnTo>
                    <a:pt x="268" y="406"/>
                  </a:lnTo>
                  <a:lnTo>
                    <a:pt x="265" y="416"/>
                  </a:lnTo>
                  <a:lnTo>
                    <a:pt x="262" y="427"/>
                  </a:lnTo>
                  <a:lnTo>
                    <a:pt x="259" y="437"/>
                  </a:lnTo>
                  <a:lnTo>
                    <a:pt x="255" y="447"/>
                  </a:lnTo>
                  <a:lnTo>
                    <a:pt x="251" y="457"/>
                  </a:lnTo>
                  <a:lnTo>
                    <a:pt x="246" y="467"/>
                  </a:lnTo>
                  <a:lnTo>
                    <a:pt x="242" y="478"/>
                  </a:lnTo>
                  <a:lnTo>
                    <a:pt x="237" y="487"/>
                  </a:lnTo>
                  <a:lnTo>
                    <a:pt x="233" y="496"/>
                  </a:lnTo>
                  <a:lnTo>
                    <a:pt x="227" y="506"/>
                  </a:lnTo>
                  <a:lnTo>
                    <a:pt x="222" y="515"/>
                  </a:lnTo>
                  <a:lnTo>
                    <a:pt x="216" y="524"/>
                  </a:lnTo>
                  <a:lnTo>
                    <a:pt x="211" y="533"/>
                  </a:lnTo>
                  <a:lnTo>
                    <a:pt x="204" y="541"/>
                  </a:lnTo>
                  <a:lnTo>
                    <a:pt x="198" y="550"/>
                  </a:lnTo>
                  <a:lnTo>
                    <a:pt x="191" y="558"/>
                  </a:lnTo>
                  <a:lnTo>
                    <a:pt x="184" y="566"/>
                  </a:lnTo>
                  <a:lnTo>
                    <a:pt x="178" y="574"/>
                  </a:lnTo>
                  <a:lnTo>
                    <a:pt x="171" y="582"/>
                  </a:lnTo>
                  <a:lnTo>
                    <a:pt x="163" y="589"/>
                  </a:lnTo>
                  <a:lnTo>
                    <a:pt x="156" y="597"/>
                  </a:lnTo>
                  <a:lnTo>
                    <a:pt x="147" y="604"/>
                  </a:lnTo>
                  <a:lnTo>
                    <a:pt x="140" y="611"/>
                  </a:lnTo>
                  <a:lnTo>
                    <a:pt x="132" y="604"/>
                  </a:lnTo>
                  <a:lnTo>
                    <a:pt x="124" y="597"/>
                  </a:lnTo>
                  <a:lnTo>
                    <a:pt x="116" y="589"/>
                  </a:lnTo>
                  <a:lnTo>
                    <a:pt x="109" y="582"/>
                  </a:lnTo>
                  <a:lnTo>
                    <a:pt x="102" y="574"/>
                  </a:lnTo>
                  <a:lnTo>
                    <a:pt x="95" y="566"/>
                  </a:lnTo>
                  <a:lnTo>
                    <a:pt x="89" y="558"/>
                  </a:lnTo>
                  <a:lnTo>
                    <a:pt x="82" y="550"/>
                  </a:lnTo>
                  <a:lnTo>
                    <a:pt x="76" y="541"/>
                  </a:lnTo>
                  <a:lnTo>
                    <a:pt x="69" y="533"/>
                  </a:lnTo>
                  <a:lnTo>
                    <a:pt x="63" y="524"/>
                  </a:lnTo>
                  <a:lnTo>
                    <a:pt x="58" y="515"/>
                  </a:lnTo>
                  <a:lnTo>
                    <a:pt x="53" y="506"/>
                  </a:lnTo>
                  <a:lnTo>
                    <a:pt x="47" y="496"/>
                  </a:lnTo>
                  <a:lnTo>
                    <a:pt x="43" y="487"/>
                  </a:lnTo>
                  <a:lnTo>
                    <a:pt x="38" y="478"/>
                  </a:lnTo>
                  <a:lnTo>
                    <a:pt x="34" y="467"/>
                  </a:lnTo>
                  <a:lnTo>
                    <a:pt x="29" y="458"/>
                  </a:lnTo>
                  <a:lnTo>
                    <a:pt x="25" y="447"/>
                  </a:lnTo>
                  <a:lnTo>
                    <a:pt x="22" y="437"/>
                  </a:lnTo>
                  <a:lnTo>
                    <a:pt x="18" y="427"/>
                  </a:lnTo>
                  <a:lnTo>
                    <a:pt x="16" y="417"/>
                  </a:lnTo>
                  <a:lnTo>
                    <a:pt x="12" y="406"/>
                  </a:lnTo>
                  <a:lnTo>
                    <a:pt x="10" y="395"/>
                  </a:lnTo>
                  <a:lnTo>
                    <a:pt x="7" y="384"/>
                  </a:lnTo>
                  <a:lnTo>
                    <a:pt x="5" y="373"/>
                  </a:lnTo>
                  <a:lnTo>
                    <a:pt x="3" y="362"/>
                  </a:lnTo>
                  <a:lnTo>
                    <a:pt x="2" y="351"/>
                  </a:lnTo>
                  <a:lnTo>
                    <a:pt x="1" y="340"/>
                  </a:lnTo>
                  <a:lnTo>
                    <a:pt x="0" y="328"/>
                  </a:lnTo>
                  <a:lnTo>
                    <a:pt x="0" y="316"/>
                  </a:lnTo>
                  <a:lnTo>
                    <a:pt x="0" y="305"/>
                  </a:lnTo>
                  <a:lnTo>
                    <a:pt x="0" y="294"/>
                  </a:lnTo>
                  <a:lnTo>
                    <a:pt x="0" y="282"/>
                  </a:lnTo>
                  <a:lnTo>
                    <a:pt x="1" y="270"/>
                  </a:lnTo>
                  <a:lnTo>
                    <a:pt x="2" y="259"/>
                  </a:lnTo>
                  <a:lnTo>
                    <a:pt x="3" y="248"/>
                  </a:lnTo>
                  <a:lnTo>
                    <a:pt x="5" y="237"/>
                  </a:lnTo>
                  <a:lnTo>
                    <a:pt x="7" y="226"/>
                  </a:lnTo>
                  <a:lnTo>
                    <a:pt x="10" y="215"/>
                  </a:lnTo>
                  <a:lnTo>
                    <a:pt x="12" y="204"/>
                  </a:lnTo>
                  <a:lnTo>
                    <a:pt x="16" y="193"/>
                  </a:lnTo>
                  <a:lnTo>
                    <a:pt x="19" y="183"/>
                  </a:lnTo>
                  <a:lnTo>
                    <a:pt x="22" y="173"/>
                  </a:lnTo>
                  <a:lnTo>
                    <a:pt x="26" y="163"/>
                  </a:lnTo>
                  <a:lnTo>
                    <a:pt x="30" y="152"/>
                  </a:lnTo>
                  <a:lnTo>
                    <a:pt x="34" y="143"/>
                  </a:lnTo>
                  <a:lnTo>
                    <a:pt x="38" y="132"/>
                  </a:lnTo>
                  <a:lnTo>
                    <a:pt x="43" y="122"/>
                  </a:lnTo>
                  <a:lnTo>
                    <a:pt x="48" y="113"/>
                  </a:lnTo>
                  <a:lnTo>
                    <a:pt x="53" y="104"/>
                  </a:lnTo>
                  <a:lnTo>
                    <a:pt x="58" y="95"/>
                  </a:lnTo>
                  <a:lnTo>
                    <a:pt x="64" y="86"/>
                  </a:lnTo>
                  <a:lnTo>
                    <a:pt x="69" y="77"/>
                  </a:lnTo>
                  <a:lnTo>
                    <a:pt x="76" y="68"/>
                  </a:lnTo>
                  <a:lnTo>
                    <a:pt x="82" y="60"/>
                  </a:lnTo>
                  <a:lnTo>
                    <a:pt x="89" y="51"/>
                  </a:lnTo>
                  <a:lnTo>
                    <a:pt x="96" y="44"/>
                  </a:lnTo>
                  <a:lnTo>
                    <a:pt x="103" y="35"/>
                  </a:lnTo>
                  <a:lnTo>
                    <a:pt x="110" y="27"/>
                  </a:lnTo>
                  <a:lnTo>
                    <a:pt x="117" y="20"/>
                  </a:lnTo>
                  <a:lnTo>
                    <a:pt x="125" y="13"/>
                  </a:lnTo>
                  <a:lnTo>
                    <a:pt x="133" y="6"/>
                  </a:lnTo>
                  <a:lnTo>
                    <a:pt x="140" y="0"/>
                  </a:lnTo>
                </a:path>
              </a:pathLst>
            </a:custGeom>
            <a:solidFill>
              <a:srgbClr val="FFFF00"/>
            </a:solidFill>
            <a:ln w="28575" cap="rnd" cmpd="sng">
              <a:solidFill>
                <a:srgbClr val="081D58"/>
              </a:solidFill>
              <a:prstDash val="solid"/>
              <a:round/>
              <a:headEnd type="none" w="sm" len="sm"/>
              <a:tailEnd type="none" w="sm" len="sm"/>
            </a:ln>
          </p:spPr>
          <p:txBody>
            <a:bodyPr/>
            <a:lstStyle/>
            <a:p>
              <a:endParaRPr lang="en-US"/>
            </a:p>
          </p:txBody>
        </p:sp>
      </p:grpSp>
      <p:sp>
        <p:nvSpPr>
          <p:cNvPr id="3083" name="Rectangle 22"/>
          <p:cNvSpPr>
            <a:spLocks noChangeArrowheads="1"/>
          </p:cNvSpPr>
          <p:nvPr/>
        </p:nvSpPr>
        <p:spPr bwMode="auto">
          <a:xfrm>
            <a:off x="1408113" y="464820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charset="0"/>
              </a:defRPr>
            </a:lvl1pPr>
            <a:lvl2pPr marL="742950" indent="-285750" defTabSz="762000" eaLnBrk="0" hangingPunct="0">
              <a:defRPr>
                <a:solidFill>
                  <a:schemeClr val="tx1"/>
                </a:solidFill>
                <a:latin typeface="Arial" charset="0"/>
              </a:defRPr>
            </a:lvl2pPr>
            <a:lvl3pPr marL="1143000" indent="-228600" defTabSz="762000" eaLnBrk="0" hangingPunct="0">
              <a:defRPr>
                <a:solidFill>
                  <a:schemeClr val="tx1"/>
                </a:solidFill>
                <a:latin typeface="Arial" charset="0"/>
              </a:defRPr>
            </a:lvl3pPr>
            <a:lvl4pPr marL="1600200" indent="-228600" defTabSz="762000" eaLnBrk="0" hangingPunct="0">
              <a:defRPr>
                <a:solidFill>
                  <a:schemeClr val="tx1"/>
                </a:solidFill>
                <a:latin typeface="Arial" charset="0"/>
              </a:defRPr>
            </a:lvl4pPr>
            <a:lvl5pPr marL="2057400" indent="-228600" defTabSz="762000" eaLnBrk="0" hangingPunct="0">
              <a:defRPr>
                <a:solidFill>
                  <a:schemeClr val="tx1"/>
                </a:solidFill>
                <a:latin typeface="Arial" charset="0"/>
              </a:defRPr>
            </a:lvl5pPr>
            <a:lvl6pPr marL="2514600" indent="-228600" defTabSz="762000" eaLnBrk="0" fontAlgn="base" hangingPunct="0">
              <a:spcBef>
                <a:spcPct val="0"/>
              </a:spcBef>
              <a:spcAft>
                <a:spcPct val="0"/>
              </a:spcAft>
              <a:defRPr>
                <a:solidFill>
                  <a:schemeClr val="tx1"/>
                </a:solidFill>
                <a:latin typeface="Arial" charset="0"/>
              </a:defRPr>
            </a:lvl6pPr>
            <a:lvl7pPr marL="2971800" indent="-228600" defTabSz="762000" eaLnBrk="0" fontAlgn="base" hangingPunct="0">
              <a:spcBef>
                <a:spcPct val="0"/>
              </a:spcBef>
              <a:spcAft>
                <a:spcPct val="0"/>
              </a:spcAft>
              <a:defRPr>
                <a:solidFill>
                  <a:schemeClr val="tx1"/>
                </a:solidFill>
                <a:latin typeface="Arial" charset="0"/>
              </a:defRPr>
            </a:lvl7pPr>
            <a:lvl8pPr marL="3429000" indent="-228600" defTabSz="762000" eaLnBrk="0" fontAlgn="base" hangingPunct="0">
              <a:spcBef>
                <a:spcPct val="0"/>
              </a:spcBef>
              <a:spcAft>
                <a:spcPct val="0"/>
              </a:spcAft>
              <a:defRPr>
                <a:solidFill>
                  <a:schemeClr val="tx1"/>
                </a:solidFill>
                <a:latin typeface="Arial" charset="0"/>
              </a:defRPr>
            </a:lvl8pPr>
            <a:lvl9pPr marL="3886200" indent="-228600" defTabSz="762000" eaLnBrk="0" fontAlgn="base" hangingPunct="0">
              <a:spcBef>
                <a:spcPct val="0"/>
              </a:spcBef>
              <a:spcAft>
                <a:spcPct val="0"/>
              </a:spcAft>
              <a:defRPr>
                <a:solidFill>
                  <a:schemeClr val="tx1"/>
                </a:solidFill>
                <a:latin typeface="Arial" charset="0"/>
              </a:defRPr>
            </a:lvl9pPr>
          </a:lstStyle>
          <a:p>
            <a:r>
              <a:rPr lang="en-US" altLang="en-US" b="1"/>
              <a:t>A</a:t>
            </a:r>
          </a:p>
        </p:txBody>
      </p:sp>
      <p:sp>
        <p:nvSpPr>
          <p:cNvPr id="3084" name="Rectangle 23"/>
          <p:cNvSpPr>
            <a:spLocks noChangeArrowheads="1"/>
          </p:cNvSpPr>
          <p:nvPr/>
        </p:nvSpPr>
        <p:spPr bwMode="auto">
          <a:xfrm>
            <a:off x="2317750" y="464820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charset="0"/>
              </a:defRPr>
            </a:lvl1pPr>
            <a:lvl2pPr marL="742950" indent="-285750" defTabSz="762000" eaLnBrk="0" hangingPunct="0">
              <a:defRPr>
                <a:solidFill>
                  <a:schemeClr val="tx1"/>
                </a:solidFill>
                <a:latin typeface="Arial" charset="0"/>
              </a:defRPr>
            </a:lvl2pPr>
            <a:lvl3pPr marL="1143000" indent="-228600" defTabSz="762000" eaLnBrk="0" hangingPunct="0">
              <a:defRPr>
                <a:solidFill>
                  <a:schemeClr val="tx1"/>
                </a:solidFill>
                <a:latin typeface="Arial" charset="0"/>
              </a:defRPr>
            </a:lvl3pPr>
            <a:lvl4pPr marL="1600200" indent="-228600" defTabSz="762000" eaLnBrk="0" hangingPunct="0">
              <a:defRPr>
                <a:solidFill>
                  <a:schemeClr val="tx1"/>
                </a:solidFill>
                <a:latin typeface="Arial" charset="0"/>
              </a:defRPr>
            </a:lvl4pPr>
            <a:lvl5pPr marL="2057400" indent="-228600" defTabSz="762000" eaLnBrk="0" hangingPunct="0">
              <a:defRPr>
                <a:solidFill>
                  <a:schemeClr val="tx1"/>
                </a:solidFill>
                <a:latin typeface="Arial" charset="0"/>
              </a:defRPr>
            </a:lvl5pPr>
            <a:lvl6pPr marL="2514600" indent="-228600" defTabSz="762000" eaLnBrk="0" fontAlgn="base" hangingPunct="0">
              <a:spcBef>
                <a:spcPct val="0"/>
              </a:spcBef>
              <a:spcAft>
                <a:spcPct val="0"/>
              </a:spcAft>
              <a:defRPr>
                <a:solidFill>
                  <a:schemeClr val="tx1"/>
                </a:solidFill>
                <a:latin typeface="Arial" charset="0"/>
              </a:defRPr>
            </a:lvl6pPr>
            <a:lvl7pPr marL="2971800" indent="-228600" defTabSz="762000" eaLnBrk="0" fontAlgn="base" hangingPunct="0">
              <a:spcBef>
                <a:spcPct val="0"/>
              </a:spcBef>
              <a:spcAft>
                <a:spcPct val="0"/>
              </a:spcAft>
              <a:defRPr>
                <a:solidFill>
                  <a:schemeClr val="tx1"/>
                </a:solidFill>
                <a:latin typeface="Arial" charset="0"/>
              </a:defRPr>
            </a:lvl7pPr>
            <a:lvl8pPr marL="3429000" indent="-228600" defTabSz="762000" eaLnBrk="0" fontAlgn="base" hangingPunct="0">
              <a:spcBef>
                <a:spcPct val="0"/>
              </a:spcBef>
              <a:spcAft>
                <a:spcPct val="0"/>
              </a:spcAft>
              <a:defRPr>
                <a:solidFill>
                  <a:schemeClr val="tx1"/>
                </a:solidFill>
                <a:latin typeface="Arial" charset="0"/>
              </a:defRPr>
            </a:lvl8pPr>
            <a:lvl9pPr marL="3886200" indent="-228600" defTabSz="762000" eaLnBrk="0" fontAlgn="base" hangingPunct="0">
              <a:spcBef>
                <a:spcPct val="0"/>
              </a:spcBef>
              <a:spcAft>
                <a:spcPct val="0"/>
              </a:spcAft>
              <a:defRPr>
                <a:solidFill>
                  <a:schemeClr val="tx1"/>
                </a:solidFill>
                <a:latin typeface="Arial" charset="0"/>
              </a:defRPr>
            </a:lvl9pPr>
          </a:lstStyle>
          <a:p>
            <a:r>
              <a:rPr lang="en-US" altLang="en-US" b="1"/>
              <a:t>B</a:t>
            </a:r>
          </a:p>
        </p:txBody>
      </p:sp>
      <p:sp>
        <p:nvSpPr>
          <p:cNvPr id="3085" name="Rectangle 24"/>
          <p:cNvSpPr>
            <a:spLocks noChangeArrowheads="1"/>
          </p:cNvSpPr>
          <p:nvPr/>
        </p:nvSpPr>
        <p:spPr bwMode="auto">
          <a:xfrm>
            <a:off x="3213100" y="5424488"/>
            <a:ext cx="1025525" cy="42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r>
              <a:rPr lang="en-US" altLang="en-US" sz="2200" b="1">
                <a:latin typeface="Courier New" pitchFamily="49" charset="0"/>
              </a:rPr>
              <a:t>MINUS</a:t>
            </a:r>
          </a:p>
        </p:txBody>
      </p:sp>
      <p:grpSp>
        <p:nvGrpSpPr>
          <p:cNvPr id="3086" name="Group 25"/>
          <p:cNvGrpSpPr>
            <a:grpSpLocks/>
          </p:cNvGrpSpPr>
          <p:nvPr/>
        </p:nvGrpSpPr>
        <p:grpSpPr bwMode="auto">
          <a:xfrm>
            <a:off x="903288" y="4975225"/>
            <a:ext cx="2205037" cy="1317625"/>
            <a:chOff x="569" y="3038"/>
            <a:chExt cx="1389" cy="830"/>
          </a:xfrm>
        </p:grpSpPr>
        <p:sp>
          <p:nvSpPr>
            <p:cNvPr id="3087" name="Oval 26"/>
            <p:cNvSpPr>
              <a:spLocks noChangeArrowheads="1"/>
            </p:cNvSpPr>
            <p:nvPr/>
          </p:nvSpPr>
          <p:spPr bwMode="gray">
            <a:xfrm>
              <a:off x="569" y="3038"/>
              <a:ext cx="806" cy="825"/>
            </a:xfrm>
            <a:prstGeom prst="ellipse">
              <a:avLst/>
            </a:prstGeom>
            <a:solidFill>
              <a:srgbClr val="FFFF00"/>
            </a:solidFill>
            <a:ln w="28575">
              <a:solidFill>
                <a:srgbClr val="000000"/>
              </a:solidFill>
              <a:round/>
              <a:headEnd/>
              <a:tailEnd/>
            </a:ln>
          </p:spPr>
          <p:txBody>
            <a:bodyPr wrap="none" lIns="90488" tIns="44450" rIns="90488" bIns="44450"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altLang="en-US" sz="2400"/>
            </a:p>
          </p:txBody>
        </p:sp>
        <p:sp>
          <p:nvSpPr>
            <p:cNvPr id="3088" name="Oval 27"/>
            <p:cNvSpPr>
              <a:spLocks noChangeArrowheads="1"/>
            </p:cNvSpPr>
            <p:nvPr/>
          </p:nvSpPr>
          <p:spPr bwMode="gray">
            <a:xfrm>
              <a:off x="1152" y="3043"/>
              <a:ext cx="806" cy="825"/>
            </a:xfrm>
            <a:prstGeom prst="ellipse">
              <a:avLst/>
            </a:prstGeom>
            <a:solidFill>
              <a:srgbClr val="6699FF"/>
            </a:solidFill>
            <a:ln w="28575">
              <a:solidFill>
                <a:srgbClr val="000000"/>
              </a:solidFill>
              <a:round/>
              <a:headEnd/>
              <a:tailEnd/>
            </a:ln>
          </p:spPr>
          <p:txBody>
            <a:bodyPr wrap="none" lIns="90488" tIns="44450" rIns="90488" bIns="44450"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altLang="en-US" sz="2400"/>
            </a:p>
          </p:txBody>
        </p:sp>
      </p:grpSp>
    </p:spTree>
  </p:cSld>
  <p:clrMapOvr>
    <a:masterClrMapping/>
  </p:clrMapOvr>
  <p:transition spd="slow">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altLang="en-US" smtClean="0">
                <a:latin typeface="Courier New" pitchFamily="49" charset="0"/>
              </a:rPr>
              <a:t>UNION</a:t>
            </a:r>
            <a:r>
              <a:rPr lang="en-US" altLang="en-US" smtClean="0"/>
              <a:t> Operator</a:t>
            </a:r>
          </a:p>
        </p:txBody>
      </p:sp>
      <p:grpSp>
        <p:nvGrpSpPr>
          <p:cNvPr id="4099" name="Group 3"/>
          <p:cNvGrpSpPr>
            <a:grpSpLocks/>
          </p:cNvGrpSpPr>
          <p:nvPr/>
        </p:nvGrpSpPr>
        <p:grpSpPr bwMode="auto">
          <a:xfrm>
            <a:off x="1954213" y="1831975"/>
            <a:ext cx="5184775" cy="3494088"/>
            <a:chOff x="1380" y="992"/>
            <a:chExt cx="3266" cy="2201"/>
          </a:xfrm>
        </p:grpSpPr>
        <p:sp>
          <p:nvSpPr>
            <p:cNvPr id="4101" name="Oval 4"/>
            <p:cNvSpPr>
              <a:spLocks noChangeArrowheads="1"/>
            </p:cNvSpPr>
            <p:nvPr/>
          </p:nvSpPr>
          <p:spPr bwMode="blackGray">
            <a:xfrm>
              <a:off x="1380" y="1323"/>
              <a:ext cx="1808" cy="1870"/>
            </a:xfrm>
            <a:prstGeom prst="ellipse">
              <a:avLst/>
            </a:prstGeom>
            <a:solidFill>
              <a:srgbClr val="FFFF66"/>
            </a:solidFill>
            <a:ln w="28575">
              <a:solidFill>
                <a:srgbClr val="000000"/>
              </a:solidFill>
              <a:round/>
              <a:headEnd/>
              <a:tailEnd/>
            </a:ln>
          </p:spPr>
          <p:txBody>
            <a:bodyPr wrap="none" lIns="90488" tIns="44450" rIns="90488" bIns="44450"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altLang="en-US" sz="2400"/>
            </a:p>
          </p:txBody>
        </p:sp>
        <p:sp>
          <p:nvSpPr>
            <p:cNvPr id="4102" name="Rectangle 5"/>
            <p:cNvSpPr>
              <a:spLocks noChangeArrowheads="1"/>
            </p:cNvSpPr>
            <p:nvPr/>
          </p:nvSpPr>
          <p:spPr bwMode="auto">
            <a:xfrm>
              <a:off x="2174" y="992"/>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charset="0"/>
                </a:defRPr>
              </a:lvl1pPr>
              <a:lvl2pPr marL="742950" indent="-285750" defTabSz="762000" eaLnBrk="0" hangingPunct="0">
                <a:defRPr>
                  <a:solidFill>
                    <a:schemeClr val="tx1"/>
                  </a:solidFill>
                  <a:latin typeface="Arial" charset="0"/>
                </a:defRPr>
              </a:lvl2pPr>
              <a:lvl3pPr marL="1143000" indent="-228600" defTabSz="762000" eaLnBrk="0" hangingPunct="0">
                <a:defRPr>
                  <a:solidFill>
                    <a:schemeClr val="tx1"/>
                  </a:solidFill>
                  <a:latin typeface="Arial" charset="0"/>
                </a:defRPr>
              </a:lvl3pPr>
              <a:lvl4pPr marL="1600200" indent="-228600" defTabSz="762000" eaLnBrk="0" hangingPunct="0">
                <a:defRPr>
                  <a:solidFill>
                    <a:schemeClr val="tx1"/>
                  </a:solidFill>
                  <a:latin typeface="Arial" charset="0"/>
                </a:defRPr>
              </a:lvl4pPr>
              <a:lvl5pPr marL="2057400" indent="-228600" defTabSz="762000" eaLnBrk="0" hangingPunct="0">
                <a:defRPr>
                  <a:solidFill>
                    <a:schemeClr val="tx1"/>
                  </a:solidFill>
                  <a:latin typeface="Arial" charset="0"/>
                </a:defRPr>
              </a:lvl5pPr>
              <a:lvl6pPr marL="2514600" indent="-228600" defTabSz="762000" eaLnBrk="0" fontAlgn="base" hangingPunct="0">
                <a:spcBef>
                  <a:spcPct val="0"/>
                </a:spcBef>
                <a:spcAft>
                  <a:spcPct val="0"/>
                </a:spcAft>
                <a:defRPr>
                  <a:solidFill>
                    <a:schemeClr val="tx1"/>
                  </a:solidFill>
                  <a:latin typeface="Arial" charset="0"/>
                </a:defRPr>
              </a:lvl6pPr>
              <a:lvl7pPr marL="2971800" indent="-228600" defTabSz="762000" eaLnBrk="0" fontAlgn="base" hangingPunct="0">
                <a:spcBef>
                  <a:spcPct val="0"/>
                </a:spcBef>
                <a:spcAft>
                  <a:spcPct val="0"/>
                </a:spcAft>
                <a:defRPr>
                  <a:solidFill>
                    <a:schemeClr val="tx1"/>
                  </a:solidFill>
                  <a:latin typeface="Arial" charset="0"/>
                </a:defRPr>
              </a:lvl7pPr>
              <a:lvl8pPr marL="3429000" indent="-228600" defTabSz="762000" eaLnBrk="0" fontAlgn="base" hangingPunct="0">
                <a:spcBef>
                  <a:spcPct val="0"/>
                </a:spcBef>
                <a:spcAft>
                  <a:spcPct val="0"/>
                </a:spcAft>
                <a:defRPr>
                  <a:solidFill>
                    <a:schemeClr val="tx1"/>
                  </a:solidFill>
                  <a:latin typeface="Arial" charset="0"/>
                </a:defRPr>
              </a:lvl8pPr>
              <a:lvl9pPr marL="3886200" indent="-228600" defTabSz="762000" eaLnBrk="0" fontAlgn="base" hangingPunct="0">
                <a:spcBef>
                  <a:spcPct val="0"/>
                </a:spcBef>
                <a:spcAft>
                  <a:spcPct val="0"/>
                </a:spcAft>
                <a:defRPr>
                  <a:solidFill>
                    <a:schemeClr val="tx1"/>
                  </a:solidFill>
                  <a:latin typeface="Arial" charset="0"/>
                </a:defRPr>
              </a:lvl9pPr>
            </a:lstStyle>
            <a:p>
              <a:r>
                <a:rPr lang="en-US" altLang="en-US" b="1"/>
                <a:t>A</a:t>
              </a:r>
            </a:p>
          </p:txBody>
        </p:sp>
        <p:sp>
          <p:nvSpPr>
            <p:cNvPr id="4103" name="Oval 6"/>
            <p:cNvSpPr>
              <a:spLocks noChangeArrowheads="1"/>
            </p:cNvSpPr>
            <p:nvPr/>
          </p:nvSpPr>
          <p:spPr bwMode="blackGray">
            <a:xfrm>
              <a:off x="2838" y="1323"/>
              <a:ext cx="1808" cy="1870"/>
            </a:xfrm>
            <a:prstGeom prst="ellipse">
              <a:avLst/>
            </a:prstGeom>
            <a:solidFill>
              <a:srgbClr val="FFFF66"/>
            </a:solidFill>
            <a:ln w="28575">
              <a:solidFill>
                <a:srgbClr val="000000"/>
              </a:solidFill>
              <a:round/>
              <a:headEnd/>
              <a:tailEnd/>
            </a:ln>
          </p:spPr>
          <p:txBody>
            <a:bodyPr wrap="none" lIns="90488" tIns="44450" rIns="90488" bIns="44450"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spcBef>
                  <a:spcPct val="50000"/>
                </a:spcBef>
              </a:pPr>
              <a:endParaRPr lang="en-US" altLang="en-US" sz="2400"/>
            </a:p>
          </p:txBody>
        </p:sp>
        <p:sp>
          <p:nvSpPr>
            <p:cNvPr id="4104" name="Rectangle 7"/>
            <p:cNvSpPr>
              <a:spLocks noChangeArrowheads="1"/>
            </p:cNvSpPr>
            <p:nvPr/>
          </p:nvSpPr>
          <p:spPr bwMode="auto">
            <a:xfrm>
              <a:off x="3632" y="992"/>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2075" tIns="46038" rIns="92075" bIns="46038">
              <a:spAutoFit/>
            </a:bodyPr>
            <a:lstStyle>
              <a:lvl1pPr defTabSz="762000" eaLnBrk="0" hangingPunct="0">
                <a:defRPr>
                  <a:solidFill>
                    <a:schemeClr val="tx1"/>
                  </a:solidFill>
                  <a:latin typeface="Arial" charset="0"/>
                </a:defRPr>
              </a:lvl1pPr>
              <a:lvl2pPr marL="742950" indent="-285750" defTabSz="762000" eaLnBrk="0" hangingPunct="0">
                <a:defRPr>
                  <a:solidFill>
                    <a:schemeClr val="tx1"/>
                  </a:solidFill>
                  <a:latin typeface="Arial" charset="0"/>
                </a:defRPr>
              </a:lvl2pPr>
              <a:lvl3pPr marL="1143000" indent="-228600" defTabSz="762000" eaLnBrk="0" hangingPunct="0">
                <a:defRPr>
                  <a:solidFill>
                    <a:schemeClr val="tx1"/>
                  </a:solidFill>
                  <a:latin typeface="Arial" charset="0"/>
                </a:defRPr>
              </a:lvl3pPr>
              <a:lvl4pPr marL="1600200" indent="-228600" defTabSz="762000" eaLnBrk="0" hangingPunct="0">
                <a:defRPr>
                  <a:solidFill>
                    <a:schemeClr val="tx1"/>
                  </a:solidFill>
                  <a:latin typeface="Arial" charset="0"/>
                </a:defRPr>
              </a:lvl4pPr>
              <a:lvl5pPr marL="2057400" indent="-228600" defTabSz="762000" eaLnBrk="0" hangingPunct="0">
                <a:defRPr>
                  <a:solidFill>
                    <a:schemeClr val="tx1"/>
                  </a:solidFill>
                  <a:latin typeface="Arial" charset="0"/>
                </a:defRPr>
              </a:lvl5pPr>
              <a:lvl6pPr marL="2514600" indent="-228600" defTabSz="762000" eaLnBrk="0" fontAlgn="base" hangingPunct="0">
                <a:spcBef>
                  <a:spcPct val="0"/>
                </a:spcBef>
                <a:spcAft>
                  <a:spcPct val="0"/>
                </a:spcAft>
                <a:defRPr>
                  <a:solidFill>
                    <a:schemeClr val="tx1"/>
                  </a:solidFill>
                  <a:latin typeface="Arial" charset="0"/>
                </a:defRPr>
              </a:lvl6pPr>
              <a:lvl7pPr marL="2971800" indent="-228600" defTabSz="762000" eaLnBrk="0" fontAlgn="base" hangingPunct="0">
                <a:spcBef>
                  <a:spcPct val="0"/>
                </a:spcBef>
                <a:spcAft>
                  <a:spcPct val="0"/>
                </a:spcAft>
                <a:defRPr>
                  <a:solidFill>
                    <a:schemeClr val="tx1"/>
                  </a:solidFill>
                  <a:latin typeface="Arial" charset="0"/>
                </a:defRPr>
              </a:lvl7pPr>
              <a:lvl8pPr marL="3429000" indent="-228600" defTabSz="762000" eaLnBrk="0" fontAlgn="base" hangingPunct="0">
                <a:spcBef>
                  <a:spcPct val="0"/>
                </a:spcBef>
                <a:spcAft>
                  <a:spcPct val="0"/>
                </a:spcAft>
                <a:defRPr>
                  <a:solidFill>
                    <a:schemeClr val="tx1"/>
                  </a:solidFill>
                  <a:latin typeface="Arial" charset="0"/>
                </a:defRPr>
              </a:lvl8pPr>
              <a:lvl9pPr marL="3886200" indent="-228600" defTabSz="762000" eaLnBrk="0" fontAlgn="base" hangingPunct="0">
                <a:spcBef>
                  <a:spcPct val="0"/>
                </a:spcBef>
                <a:spcAft>
                  <a:spcPct val="0"/>
                </a:spcAft>
                <a:defRPr>
                  <a:solidFill>
                    <a:schemeClr val="tx1"/>
                  </a:solidFill>
                  <a:latin typeface="Arial" charset="0"/>
                </a:defRPr>
              </a:lvl9pPr>
            </a:lstStyle>
            <a:p>
              <a:r>
                <a:rPr lang="en-US" altLang="en-US" b="1"/>
                <a:t>B</a:t>
              </a:r>
            </a:p>
          </p:txBody>
        </p:sp>
      </p:grpSp>
      <p:sp>
        <p:nvSpPr>
          <p:cNvPr id="4100" name="Rectangle 8"/>
          <p:cNvSpPr>
            <a:spLocks noChangeArrowheads="1"/>
          </p:cNvSpPr>
          <p:nvPr/>
        </p:nvSpPr>
        <p:spPr bwMode="auto">
          <a:xfrm>
            <a:off x="909638" y="5487988"/>
            <a:ext cx="7272337" cy="72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346075" eaLnBrk="0" hangingPunct="0">
              <a:tabLst>
                <a:tab pos="571500" algn="l"/>
              </a:tabLst>
              <a:defRPr>
                <a:solidFill>
                  <a:schemeClr val="tx1"/>
                </a:solidFill>
                <a:latin typeface="Arial" charset="0"/>
              </a:defRPr>
            </a:lvl1pPr>
            <a:lvl2pPr marL="742950" indent="-285750" defTabSz="346075" eaLnBrk="0" hangingPunct="0">
              <a:tabLst>
                <a:tab pos="571500" algn="l"/>
              </a:tabLst>
              <a:defRPr>
                <a:solidFill>
                  <a:schemeClr val="tx1"/>
                </a:solidFill>
                <a:latin typeface="Arial" charset="0"/>
              </a:defRPr>
            </a:lvl2pPr>
            <a:lvl3pPr marL="1143000" indent="-228600" defTabSz="346075" eaLnBrk="0" hangingPunct="0">
              <a:tabLst>
                <a:tab pos="571500" algn="l"/>
              </a:tabLst>
              <a:defRPr>
                <a:solidFill>
                  <a:schemeClr val="tx1"/>
                </a:solidFill>
                <a:latin typeface="Arial" charset="0"/>
              </a:defRPr>
            </a:lvl3pPr>
            <a:lvl4pPr marL="1600200" indent="-228600" defTabSz="346075" eaLnBrk="0" hangingPunct="0">
              <a:tabLst>
                <a:tab pos="571500" algn="l"/>
              </a:tabLst>
              <a:defRPr>
                <a:solidFill>
                  <a:schemeClr val="tx1"/>
                </a:solidFill>
                <a:latin typeface="Arial" charset="0"/>
              </a:defRPr>
            </a:lvl4pPr>
            <a:lvl5pPr marL="2057400" indent="-228600" defTabSz="346075" eaLnBrk="0" hangingPunct="0">
              <a:tabLst>
                <a:tab pos="571500" algn="l"/>
              </a:tabLst>
              <a:defRPr>
                <a:solidFill>
                  <a:schemeClr val="tx1"/>
                </a:solidFill>
                <a:latin typeface="Arial" charset="0"/>
              </a:defRPr>
            </a:lvl5pPr>
            <a:lvl6pPr marL="2514600" indent="-228600" defTabSz="346075" eaLnBrk="0" fontAlgn="base" hangingPunct="0">
              <a:spcBef>
                <a:spcPct val="0"/>
              </a:spcBef>
              <a:spcAft>
                <a:spcPct val="0"/>
              </a:spcAft>
              <a:tabLst>
                <a:tab pos="571500" algn="l"/>
              </a:tabLst>
              <a:defRPr>
                <a:solidFill>
                  <a:schemeClr val="tx1"/>
                </a:solidFill>
                <a:latin typeface="Arial" charset="0"/>
              </a:defRPr>
            </a:lvl6pPr>
            <a:lvl7pPr marL="2971800" indent="-228600" defTabSz="346075" eaLnBrk="0" fontAlgn="base" hangingPunct="0">
              <a:spcBef>
                <a:spcPct val="0"/>
              </a:spcBef>
              <a:spcAft>
                <a:spcPct val="0"/>
              </a:spcAft>
              <a:tabLst>
                <a:tab pos="571500" algn="l"/>
              </a:tabLst>
              <a:defRPr>
                <a:solidFill>
                  <a:schemeClr val="tx1"/>
                </a:solidFill>
                <a:latin typeface="Arial" charset="0"/>
              </a:defRPr>
            </a:lvl7pPr>
            <a:lvl8pPr marL="3429000" indent="-228600" defTabSz="346075" eaLnBrk="0" fontAlgn="base" hangingPunct="0">
              <a:spcBef>
                <a:spcPct val="0"/>
              </a:spcBef>
              <a:spcAft>
                <a:spcPct val="0"/>
              </a:spcAft>
              <a:tabLst>
                <a:tab pos="571500" algn="l"/>
              </a:tabLst>
              <a:defRPr>
                <a:solidFill>
                  <a:schemeClr val="tx1"/>
                </a:solidFill>
                <a:latin typeface="Arial" charset="0"/>
              </a:defRPr>
            </a:lvl8pPr>
            <a:lvl9pPr marL="3886200" indent="-228600" defTabSz="346075" eaLnBrk="0" fontAlgn="base" hangingPunct="0">
              <a:spcBef>
                <a:spcPct val="0"/>
              </a:spcBef>
              <a:spcAft>
                <a:spcPct val="0"/>
              </a:spcAft>
              <a:tabLst>
                <a:tab pos="571500" algn="l"/>
              </a:tabLst>
              <a:defRPr>
                <a:solidFill>
                  <a:schemeClr val="tx1"/>
                </a:solidFill>
                <a:latin typeface="Arial" charset="0"/>
              </a:defRPr>
            </a:lvl9pPr>
          </a:lstStyle>
          <a:p>
            <a:pPr>
              <a:lnSpc>
                <a:spcPct val="95000"/>
              </a:lnSpc>
              <a:spcBef>
                <a:spcPct val="35000"/>
              </a:spcBef>
            </a:pPr>
            <a:r>
              <a:rPr lang="en-US" altLang="en-US" sz="2200" b="1"/>
              <a:t>The </a:t>
            </a:r>
            <a:r>
              <a:rPr lang="en-US" altLang="en-US" sz="2200" b="1">
                <a:latin typeface="Courier New" pitchFamily="49" charset="0"/>
              </a:rPr>
              <a:t>UNION</a:t>
            </a:r>
            <a:r>
              <a:rPr lang="en-US" altLang="en-US" sz="2200" b="1"/>
              <a:t> operator returns results from both queries after eliminating duplications.</a:t>
            </a:r>
          </a:p>
        </p:txBody>
      </p:sp>
    </p:spTree>
  </p:cSld>
  <p:clrMapOvr>
    <a:masterClrMapping/>
  </p:clrMapOvr>
  <p:transition spd="slow">
    <p:cut/>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US" altLang="en-US" smtClean="0"/>
              <a:t>UNION	</a:t>
            </a:r>
          </a:p>
        </p:txBody>
      </p:sp>
      <p:sp>
        <p:nvSpPr>
          <p:cNvPr id="3075" name="Rectangle 3"/>
          <p:cNvSpPr>
            <a:spLocks noGrp="1" noChangeArrowheads="1"/>
          </p:cNvSpPr>
          <p:nvPr>
            <p:ph type="body" idx="1"/>
          </p:nvPr>
        </p:nvSpPr>
        <p:spPr>
          <a:xfrm>
            <a:off x="457200" y="1600200"/>
            <a:ext cx="8229600" cy="1447800"/>
          </a:xfrm>
        </p:spPr>
        <p:txBody>
          <a:bodyPr/>
          <a:lstStyle/>
          <a:p>
            <a:pPr eaLnBrk="1" hangingPunct="1"/>
            <a:r>
              <a:rPr lang="en-US" altLang="en-US" dirty="0" smtClean="0"/>
              <a:t>Ex:  List the name and phone number of all adopters and volunteers.</a:t>
            </a:r>
          </a:p>
        </p:txBody>
      </p:sp>
      <p:pic>
        <p:nvPicPr>
          <p:cNvPr id="5124" name="Picture 4" descr="C:\Users\lpollaci\AppData\Local\Microsoft\Windows\Temporary Internet Files\Content.IE5\PTTPCG3Y\MC900432599[1].png"/>
          <p:cNvPicPr>
            <a:picLocks noChangeAspect="1" noChangeArrowheads="1"/>
          </p:cNvPicPr>
          <p:nvPr/>
        </p:nvPicPr>
        <p:blipFill>
          <a:blip r:embed="rId2">
            <a:extLst>
              <a:ext uri="{28A0092B-C50C-407E-A947-70E740481C1C}">
                <a14:useLocalDpi xmlns:a14="http://schemas.microsoft.com/office/drawing/2010/main" val="0"/>
              </a:ext>
            </a:extLst>
          </a:blip>
          <a:srcRect l="16669" t="29170" r="16656" b="12489"/>
          <a:stretch>
            <a:fillRect/>
          </a:stretch>
        </p:blipFill>
        <p:spPr bwMode="auto">
          <a:xfrm>
            <a:off x="3048000" y="3124200"/>
            <a:ext cx="1219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Picture 4" descr="C:\Users\lpollaci\AppData\Local\Microsoft\Windows\Temporary Internet Files\Content.IE5\PTTPCG3Y\MC900432599[1].png"/>
          <p:cNvPicPr>
            <a:picLocks noChangeAspect="1" noChangeArrowheads="1"/>
          </p:cNvPicPr>
          <p:nvPr/>
        </p:nvPicPr>
        <p:blipFill>
          <a:blip r:embed="rId2">
            <a:extLst>
              <a:ext uri="{28A0092B-C50C-407E-A947-70E740481C1C}">
                <a14:useLocalDpi xmlns:a14="http://schemas.microsoft.com/office/drawing/2010/main" val="0"/>
              </a:ext>
            </a:extLst>
          </a:blip>
          <a:srcRect l="16669" t="29170" r="16656" b="12489"/>
          <a:stretch>
            <a:fillRect/>
          </a:stretch>
        </p:blipFill>
        <p:spPr bwMode="auto">
          <a:xfrm>
            <a:off x="3048000" y="4191000"/>
            <a:ext cx="12192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6" name="TextBox 6"/>
          <p:cNvSpPr txBox="1">
            <a:spLocks noChangeArrowheads="1"/>
          </p:cNvSpPr>
          <p:nvPr/>
        </p:nvSpPr>
        <p:spPr bwMode="auto">
          <a:xfrm>
            <a:off x="4876800" y="3505200"/>
            <a:ext cx="304442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dirty="0" smtClean="0"/>
              <a:t>Adopters name and number</a:t>
            </a:r>
            <a:endParaRPr lang="en-US" altLang="en-US" dirty="0"/>
          </a:p>
        </p:txBody>
      </p:sp>
      <p:cxnSp>
        <p:nvCxnSpPr>
          <p:cNvPr id="9" name="Straight Arrow Connector 8"/>
          <p:cNvCxnSpPr>
            <a:stCxn id="5126" idx="1"/>
          </p:cNvCxnSpPr>
          <p:nvPr/>
        </p:nvCxnSpPr>
        <p:spPr>
          <a:xfrm flipH="1" flipV="1">
            <a:off x="4267200" y="3657600"/>
            <a:ext cx="609600" cy="3226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5128" name="TextBox 9"/>
          <p:cNvSpPr txBox="1">
            <a:spLocks noChangeArrowheads="1"/>
          </p:cNvSpPr>
          <p:nvPr/>
        </p:nvSpPr>
        <p:spPr bwMode="auto">
          <a:xfrm>
            <a:off x="4800600" y="4495800"/>
            <a:ext cx="3211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dirty="0" smtClean="0"/>
              <a:t>Volunteers name and number</a:t>
            </a:r>
            <a:endParaRPr lang="en-US" altLang="en-US" dirty="0"/>
          </a:p>
        </p:txBody>
      </p:sp>
      <p:cxnSp>
        <p:nvCxnSpPr>
          <p:cNvPr id="11" name="Straight Arrow Connector 10"/>
          <p:cNvCxnSpPr>
            <a:stCxn id="5128" idx="1"/>
          </p:cNvCxnSpPr>
          <p:nvPr/>
        </p:nvCxnSpPr>
        <p:spPr>
          <a:xfrm flipH="1" flipV="1">
            <a:off x="4191000" y="4648200"/>
            <a:ext cx="609600" cy="3226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3075">
                                            <p:txEl>
                                              <p:pRg st="0" end="0"/>
                                            </p:txEl>
                                          </p:spTgt>
                                        </p:tgtEl>
                                        <p:attrNameLst>
                                          <p:attrName>style.visibility</p:attrName>
                                        </p:attrNameLst>
                                      </p:cBhvr>
                                      <p:to>
                                        <p:strVal val="visible"/>
                                      </p:to>
                                    </p:set>
                                    <p:anim to="" calcmode="lin" valueType="num">
                                      <p:cBhvr>
                                        <p:cTn id="7" dur="1" fill="hold"/>
                                        <p:tgtEl>
                                          <p:spTgt spid="3075">
                                            <p:txEl>
                                              <p:pRg st="0" end="0"/>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5"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p:cNvSpPr>
            <a:spLocks noGrp="1"/>
          </p:cNvSpPr>
          <p:nvPr>
            <p:ph type="title"/>
          </p:nvPr>
        </p:nvSpPr>
        <p:spPr/>
        <p:txBody>
          <a:bodyPr/>
          <a:lstStyle/>
          <a:p>
            <a:endParaRPr lang="en-US" altLang="en-US" smtClean="0"/>
          </a:p>
        </p:txBody>
      </p:sp>
      <p:sp>
        <p:nvSpPr>
          <p:cNvPr id="6147" name="Rectangle 3"/>
          <p:cNvSpPr>
            <a:spLocks noGrp="1" noChangeArrowheads="1"/>
          </p:cNvSpPr>
          <p:nvPr>
            <p:ph idx="1"/>
          </p:nvPr>
        </p:nvSpPr>
        <p:spPr/>
        <p:txBody>
          <a:bodyPr/>
          <a:lstStyle/>
          <a:p>
            <a:pPr eaLnBrk="1" hangingPunct="1"/>
            <a:r>
              <a:rPr lang="en-US" altLang="en-US" smtClean="0"/>
              <a:t>2 queries must be </a:t>
            </a:r>
            <a:r>
              <a:rPr lang="en-US" altLang="en-US" i="1" u="sng" smtClean="0">
                <a:solidFill>
                  <a:schemeClr val="hlink"/>
                </a:solidFill>
              </a:rPr>
              <a:t>union-compatible</a:t>
            </a:r>
            <a:endParaRPr lang="en-US" altLang="en-US" smtClean="0">
              <a:solidFill>
                <a:schemeClr val="tx2"/>
              </a:solidFill>
            </a:endParaRPr>
          </a:p>
          <a:p>
            <a:pPr eaLnBrk="1" hangingPunct="1"/>
            <a:r>
              <a:rPr lang="en-US" altLang="en-US" smtClean="0">
                <a:solidFill>
                  <a:schemeClr val="tx2"/>
                </a:solidFill>
              </a:rPr>
              <a:t>This means they have the same number of columns…</a:t>
            </a:r>
          </a:p>
          <a:p>
            <a:pPr eaLnBrk="1" hangingPunct="1"/>
            <a:r>
              <a:rPr lang="en-US" altLang="en-US" i="1" u="sng" smtClean="0">
                <a:solidFill>
                  <a:schemeClr val="hlink"/>
                </a:solidFill>
              </a:rPr>
              <a:t>and</a:t>
            </a:r>
            <a:r>
              <a:rPr lang="en-US" altLang="en-US" smtClean="0">
                <a:solidFill>
                  <a:schemeClr val="hlink"/>
                </a:solidFill>
              </a:rPr>
              <a:t> the corresponding data types are compatible</a:t>
            </a:r>
            <a:endParaRPr lang="en-US" altLang="en-US" smtClean="0">
              <a:solidFill>
                <a:schemeClr val="tx2"/>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4" name="TextBox 5"/>
          <p:cNvSpPr txBox="1">
            <a:spLocks noChangeArrowheads="1"/>
          </p:cNvSpPr>
          <p:nvPr/>
        </p:nvSpPr>
        <p:spPr bwMode="auto">
          <a:xfrm>
            <a:off x="5196002" y="327676"/>
            <a:ext cx="1390124" cy="646331"/>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dirty="0"/>
              <a:t>Column 1</a:t>
            </a:r>
          </a:p>
          <a:p>
            <a:pPr eaLnBrk="1" hangingPunct="1"/>
            <a:r>
              <a:rPr lang="en-US" altLang="en-US" dirty="0" smtClean="0"/>
              <a:t>First names</a:t>
            </a:r>
            <a:endParaRPr lang="en-US" altLang="en-US" dirty="0"/>
          </a:p>
        </p:txBody>
      </p:sp>
      <p:sp>
        <p:nvSpPr>
          <p:cNvPr id="7205" name="TextBox 6"/>
          <p:cNvSpPr txBox="1">
            <a:spLocks noChangeArrowheads="1"/>
          </p:cNvSpPr>
          <p:nvPr/>
        </p:nvSpPr>
        <p:spPr bwMode="auto">
          <a:xfrm>
            <a:off x="5163427" y="1219201"/>
            <a:ext cx="1415772" cy="646331"/>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dirty="0"/>
              <a:t>Column 2</a:t>
            </a:r>
          </a:p>
          <a:p>
            <a:pPr eaLnBrk="1" hangingPunct="1"/>
            <a:r>
              <a:rPr lang="en-US" altLang="en-US" dirty="0" smtClean="0"/>
              <a:t>Last Names</a:t>
            </a:r>
            <a:endParaRPr lang="en-US" altLang="en-US" dirty="0"/>
          </a:p>
        </p:txBody>
      </p:sp>
      <p:pic>
        <p:nvPicPr>
          <p:cNvPr id="7206" name="Picture 38"/>
          <p:cNvPicPr>
            <a:picLocks noChangeAspect="1" noChangeArrowheads="1"/>
          </p:cNvPicPr>
          <p:nvPr/>
        </p:nvPicPr>
        <p:blipFill rotWithShape="1">
          <a:blip r:embed="rId2">
            <a:extLst>
              <a:ext uri="{28A0092B-C50C-407E-A947-70E740481C1C}">
                <a14:useLocalDpi xmlns:a14="http://schemas.microsoft.com/office/drawing/2010/main" val="0"/>
              </a:ext>
            </a:extLst>
          </a:blip>
          <a:srcRect l="9286" t="60714" r="68453" b="13542"/>
          <a:stretch/>
        </p:blipFill>
        <p:spPr bwMode="auto">
          <a:xfrm>
            <a:off x="1048301" y="76200"/>
            <a:ext cx="3295099" cy="304840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TextBox 6"/>
          <p:cNvSpPr txBox="1">
            <a:spLocks noChangeArrowheads="1"/>
          </p:cNvSpPr>
          <p:nvPr/>
        </p:nvSpPr>
        <p:spPr bwMode="auto">
          <a:xfrm>
            <a:off x="5163427" y="2057400"/>
            <a:ext cx="1813317" cy="646331"/>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dirty="0"/>
              <a:t>Column </a:t>
            </a:r>
            <a:r>
              <a:rPr lang="en-US" altLang="en-US" dirty="0" smtClean="0"/>
              <a:t>3</a:t>
            </a:r>
            <a:endParaRPr lang="en-US" altLang="en-US" dirty="0"/>
          </a:p>
          <a:p>
            <a:pPr eaLnBrk="1" hangingPunct="1"/>
            <a:r>
              <a:rPr lang="en-US" altLang="en-US" dirty="0" smtClean="0"/>
              <a:t>Phone numbers</a:t>
            </a:r>
            <a:endParaRPr lang="en-US" altLang="en-US" dirty="0"/>
          </a:p>
        </p:txBody>
      </p:sp>
      <p:pic>
        <p:nvPicPr>
          <p:cNvPr id="7207" name="Picture 39"/>
          <p:cNvPicPr>
            <a:picLocks noChangeAspect="1" noChangeArrowheads="1"/>
          </p:cNvPicPr>
          <p:nvPr/>
        </p:nvPicPr>
        <p:blipFill rotWithShape="1">
          <a:blip r:embed="rId3">
            <a:extLst>
              <a:ext uri="{28A0092B-C50C-407E-A947-70E740481C1C}">
                <a14:useLocalDpi xmlns:a14="http://schemas.microsoft.com/office/drawing/2010/main" val="0"/>
              </a:ext>
            </a:extLst>
          </a:blip>
          <a:srcRect l="9375" t="60417" r="72024" b="13839"/>
          <a:stretch/>
        </p:blipFill>
        <p:spPr bwMode="auto">
          <a:xfrm>
            <a:off x="1141185" y="3124200"/>
            <a:ext cx="3278415" cy="36298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04800" y="457200"/>
            <a:ext cx="8839200" cy="3048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4100" name="Rectangle 4"/>
          <p:cNvSpPr>
            <a:spLocks noGrp="1" noChangeArrowheads="1"/>
          </p:cNvSpPr>
          <p:nvPr>
            <p:ph type="body" idx="1"/>
          </p:nvPr>
        </p:nvSpPr>
        <p:spPr>
          <a:xfrm>
            <a:off x="304800" y="533401"/>
            <a:ext cx="8686800" cy="2438400"/>
          </a:xfrm>
        </p:spPr>
        <p:txBody>
          <a:bodyPr/>
          <a:lstStyle/>
          <a:p>
            <a:pPr eaLnBrk="1" hangingPunct="1">
              <a:buFontTx/>
              <a:buNone/>
            </a:pPr>
            <a:r>
              <a:rPr lang="en-US" altLang="en-US" sz="2400" dirty="0" smtClean="0"/>
              <a:t>SELECT </a:t>
            </a:r>
            <a:r>
              <a:rPr lang="en-US" altLang="en-US" sz="2400" dirty="0" err="1" smtClean="0"/>
              <a:t>adopter_first</a:t>
            </a:r>
            <a:r>
              <a:rPr lang="en-US" altLang="en-US" sz="2400" dirty="0" smtClean="0"/>
              <a:t>, </a:t>
            </a:r>
            <a:r>
              <a:rPr lang="en-US" altLang="en-US" sz="2400" dirty="0" err="1" smtClean="0"/>
              <a:t>adopter_last</a:t>
            </a:r>
            <a:r>
              <a:rPr lang="en-US" altLang="en-US" sz="2400" dirty="0" smtClean="0"/>
              <a:t>, </a:t>
            </a:r>
            <a:r>
              <a:rPr lang="en-US" altLang="en-US" sz="2400" dirty="0" err="1" smtClean="0"/>
              <a:t>adopter_phone</a:t>
            </a:r>
            <a:endParaRPr lang="en-US" altLang="en-US" sz="2400" dirty="0" smtClean="0"/>
          </a:p>
          <a:p>
            <a:pPr eaLnBrk="1" hangingPunct="1">
              <a:buFontTx/>
              <a:buNone/>
            </a:pPr>
            <a:r>
              <a:rPr lang="en-US" altLang="en-US" sz="2400" dirty="0" smtClean="0"/>
              <a:t>FROM adopter</a:t>
            </a:r>
          </a:p>
          <a:p>
            <a:pPr eaLnBrk="1" hangingPunct="1">
              <a:buFontTx/>
              <a:buNone/>
            </a:pPr>
            <a:r>
              <a:rPr lang="en-US" altLang="en-US" sz="2400" dirty="0" smtClean="0"/>
              <a:t>UNION</a:t>
            </a:r>
          </a:p>
          <a:p>
            <a:pPr eaLnBrk="1" hangingPunct="1">
              <a:buFontTx/>
              <a:buNone/>
            </a:pPr>
            <a:r>
              <a:rPr lang="en-US" altLang="en-US" sz="2400" dirty="0" smtClean="0"/>
              <a:t>SELECT </a:t>
            </a:r>
            <a:r>
              <a:rPr lang="en-US" altLang="en-US" sz="2400" dirty="0" err="1" smtClean="0"/>
              <a:t>vol_first</a:t>
            </a:r>
            <a:r>
              <a:rPr lang="en-US" altLang="en-US" sz="2400" dirty="0" smtClean="0"/>
              <a:t>, </a:t>
            </a:r>
            <a:r>
              <a:rPr lang="en-US" altLang="en-US" sz="2400" dirty="0" err="1" smtClean="0"/>
              <a:t>vol_last</a:t>
            </a:r>
            <a:r>
              <a:rPr lang="en-US" altLang="en-US" sz="2400" dirty="0" smtClean="0"/>
              <a:t>, </a:t>
            </a:r>
            <a:r>
              <a:rPr lang="en-US" altLang="en-US" sz="2400" dirty="0" err="1" smtClean="0"/>
              <a:t>vol_phone</a:t>
            </a:r>
            <a:endParaRPr lang="en-US" altLang="en-US" sz="2400" dirty="0" smtClean="0"/>
          </a:p>
          <a:p>
            <a:pPr eaLnBrk="1" hangingPunct="1">
              <a:buFontTx/>
              <a:buNone/>
            </a:pPr>
            <a:r>
              <a:rPr lang="en-US" altLang="en-US" sz="2400" dirty="0" smtClean="0"/>
              <a:t>FROM volunteer</a:t>
            </a:r>
          </a:p>
          <a:p>
            <a:pPr eaLnBrk="1" hangingPunct="1">
              <a:buFontTx/>
              <a:buNone/>
            </a:pPr>
            <a:r>
              <a:rPr lang="en-US" altLang="en-US" sz="2400" dirty="0" smtClean="0"/>
              <a:t>ORDER BY 1;</a:t>
            </a:r>
          </a:p>
        </p:txBody>
      </p:sp>
      <p:pic>
        <p:nvPicPr>
          <p:cNvPr id="8245" name="Picture 53"/>
          <p:cNvPicPr>
            <a:picLocks noChangeAspect="1" noChangeArrowheads="1"/>
          </p:cNvPicPr>
          <p:nvPr/>
        </p:nvPicPr>
        <p:blipFill rotWithShape="1">
          <a:blip r:embed="rId2">
            <a:extLst>
              <a:ext uri="{28A0092B-C50C-407E-A947-70E740481C1C}">
                <a14:useLocalDpi xmlns:a14="http://schemas.microsoft.com/office/drawing/2010/main" val="0"/>
              </a:ext>
            </a:extLst>
          </a:blip>
          <a:srcRect l="9659" t="36576" r="68977" b="13849"/>
          <a:stretch/>
        </p:blipFill>
        <p:spPr bwMode="auto">
          <a:xfrm>
            <a:off x="5867400" y="1023431"/>
            <a:ext cx="3124200" cy="57997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Rounded Rectangle 1"/>
          <p:cNvSpPr/>
          <p:nvPr/>
        </p:nvSpPr>
        <p:spPr>
          <a:xfrm>
            <a:off x="1752600" y="4343400"/>
            <a:ext cx="2819400" cy="1524000"/>
          </a:xfrm>
          <a:prstGeom prst="roundRect">
            <a:avLst/>
          </a:prstGeom>
          <a:solidFill>
            <a:srgbClr val="99FF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Column headings come from the first query</a:t>
            </a:r>
            <a:endParaRPr lang="en-US" dirty="0">
              <a:solidFill>
                <a:schemeClr val="tx1"/>
              </a:solidFill>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4100">
                                            <p:txEl>
                                              <p:pRg st="0" end="0"/>
                                            </p:txEl>
                                          </p:spTgt>
                                        </p:tgtEl>
                                        <p:attrNameLst>
                                          <p:attrName>style.visibility</p:attrName>
                                        </p:attrNameLst>
                                      </p:cBhvr>
                                      <p:to>
                                        <p:strVal val="visible"/>
                                      </p:to>
                                    </p:set>
                                    <p:anim to="" calcmode="lin" valueType="num">
                                      <p:cBhvr>
                                        <p:cTn id="7" dur="1" fill="hold"/>
                                        <p:tgtEl>
                                          <p:spTgt spid="4100">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499"/>
                                          </p:stCondLst>
                                        </p:cTn>
                                        <p:tgtEl>
                                          <p:spTgt spid="4100">
                                            <p:txEl>
                                              <p:pRg st="1" end="1"/>
                                            </p:txEl>
                                          </p:spTgt>
                                        </p:tgtEl>
                                        <p:attrNameLst>
                                          <p:attrName>style.visibility</p:attrName>
                                        </p:attrNameLst>
                                      </p:cBhvr>
                                      <p:to>
                                        <p:strVal val="visible"/>
                                      </p:to>
                                    </p:set>
                                    <p:anim to="" calcmode="lin" valueType="num">
                                      <p:cBhvr>
                                        <p:cTn id="12" dur="1" fill="hold"/>
                                        <p:tgtEl>
                                          <p:spTgt spid="4100">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4100">
                                            <p:txEl>
                                              <p:pRg st="2" end="2"/>
                                            </p:txEl>
                                          </p:spTgt>
                                        </p:tgtEl>
                                        <p:attrNameLst>
                                          <p:attrName>style.visibility</p:attrName>
                                        </p:attrNameLst>
                                      </p:cBhvr>
                                      <p:to>
                                        <p:strVal val="visible"/>
                                      </p:to>
                                    </p:set>
                                    <p:anim to="" calcmode="lin" valueType="num">
                                      <p:cBhvr>
                                        <p:cTn id="17" dur="1" fill="hold"/>
                                        <p:tgtEl>
                                          <p:spTgt spid="4100">
                                            <p:txEl>
                                              <p:pRg st="2" end="2"/>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499"/>
                                          </p:stCondLst>
                                        </p:cTn>
                                        <p:tgtEl>
                                          <p:spTgt spid="4100">
                                            <p:txEl>
                                              <p:pRg st="3" end="3"/>
                                            </p:txEl>
                                          </p:spTgt>
                                        </p:tgtEl>
                                        <p:attrNameLst>
                                          <p:attrName>style.visibility</p:attrName>
                                        </p:attrNameLst>
                                      </p:cBhvr>
                                      <p:to>
                                        <p:strVal val="visible"/>
                                      </p:to>
                                    </p:set>
                                    <p:anim to="" calcmode="lin" valueType="num">
                                      <p:cBhvr>
                                        <p:cTn id="22" dur="1" fill="hold"/>
                                        <p:tgtEl>
                                          <p:spTgt spid="4100">
                                            <p:txEl>
                                              <p:pRg st="3" end="3"/>
                                            </p:txEl>
                                          </p:spTgt>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499"/>
                                          </p:stCondLst>
                                        </p:cTn>
                                        <p:tgtEl>
                                          <p:spTgt spid="4100">
                                            <p:txEl>
                                              <p:pRg st="4" end="4"/>
                                            </p:txEl>
                                          </p:spTgt>
                                        </p:tgtEl>
                                        <p:attrNameLst>
                                          <p:attrName>style.visibility</p:attrName>
                                        </p:attrNameLst>
                                      </p:cBhvr>
                                      <p:to>
                                        <p:strVal val="visible"/>
                                      </p:to>
                                    </p:set>
                                    <p:anim to="" calcmode="lin" valueType="num">
                                      <p:cBhvr>
                                        <p:cTn id="27" dur="1" fill="hold"/>
                                        <p:tgtEl>
                                          <p:spTgt spid="4100">
                                            <p:txEl>
                                              <p:pRg st="4" end="4"/>
                                            </p:txEl>
                                          </p:spTgt>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499"/>
                                          </p:stCondLst>
                                        </p:cTn>
                                        <p:tgtEl>
                                          <p:spTgt spid="4100">
                                            <p:txEl>
                                              <p:pRg st="5" end="5"/>
                                            </p:txEl>
                                          </p:spTgt>
                                        </p:tgtEl>
                                        <p:attrNameLst>
                                          <p:attrName>style.visibility</p:attrName>
                                        </p:attrNameLst>
                                      </p:cBhvr>
                                      <p:to>
                                        <p:strVal val="visible"/>
                                      </p:to>
                                    </p:set>
                                    <p:anim to="" calcmode="lin" valueType="num">
                                      <p:cBhvr>
                                        <p:cTn id="32" dur="1" fill="hold"/>
                                        <p:tgtEl>
                                          <p:spTgt spid="4100">
                                            <p:txEl>
                                              <p:pRg st="5" end="5"/>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04800" y="457200"/>
            <a:ext cx="8839200" cy="3048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4100" name="Rectangle 4"/>
          <p:cNvSpPr>
            <a:spLocks noGrp="1" noChangeArrowheads="1"/>
          </p:cNvSpPr>
          <p:nvPr>
            <p:ph type="body" idx="1"/>
          </p:nvPr>
        </p:nvSpPr>
        <p:spPr>
          <a:xfrm>
            <a:off x="304800" y="533401"/>
            <a:ext cx="8686800" cy="2438400"/>
          </a:xfrm>
        </p:spPr>
        <p:txBody>
          <a:bodyPr/>
          <a:lstStyle/>
          <a:p>
            <a:pPr eaLnBrk="1" hangingPunct="1">
              <a:buFontTx/>
              <a:buNone/>
            </a:pPr>
            <a:r>
              <a:rPr lang="en-US" altLang="en-US" sz="2400" dirty="0" smtClean="0"/>
              <a:t>SELECT </a:t>
            </a:r>
            <a:r>
              <a:rPr lang="en-US" altLang="en-US" sz="2400" dirty="0" err="1" smtClean="0"/>
              <a:t>adopter_first</a:t>
            </a:r>
            <a:r>
              <a:rPr lang="en-US" altLang="en-US" sz="2400" dirty="0" smtClean="0"/>
              <a:t> AS First, </a:t>
            </a:r>
            <a:r>
              <a:rPr lang="en-US" altLang="en-US" sz="2400" dirty="0" err="1" smtClean="0"/>
              <a:t>adopter_last</a:t>
            </a:r>
            <a:r>
              <a:rPr lang="en-US" altLang="en-US" sz="2400" dirty="0" smtClean="0"/>
              <a:t> AS Last, </a:t>
            </a:r>
            <a:r>
              <a:rPr lang="en-US" altLang="en-US" sz="2400" dirty="0" err="1" smtClean="0"/>
              <a:t>adopter_phone</a:t>
            </a:r>
            <a:r>
              <a:rPr lang="en-US" altLang="en-US" sz="2400" dirty="0" smtClean="0"/>
              <a:t> AS Phone, ‘Adopter’ AS Role</a:t>
            </a:r>
          </a:p>
          <a:p>
            <a:pPr eaLnBrk="1" hangingPunct="1">
              <a:buFontTx/>
              <a:buNone/>
            </a:pPr>
            <a:r>
              <a:rPr lang="en-US" altLang="en-US" sz="2400" dirty="0" smtClean="0"/>
              <a:t>FROM adopter</a:t>
            </a:r>
          </a:p>
          <a:p>
            <a:pPr eaLnBrk="1" hangingPunct="1">
              <a:buFontTx/>
              <a:buNone/>
            </a:pPr>
            <a:r>
              <a:rPr lang="en-US" altLang="en-US" sz="2400" dirty="0" smtClean="0"/>
              <a:t>UNION</a:t>
            </a:r>
          </a:p>
          <a:p>
            <a:pPr eaLnBrk="1" hangingPunct="1">
              <a:buFontTx/>
              <a:buNone/>
            </a:pPr>
            <a:r>
              <a:rPr lang="en-US" altLang="en-US" sz="2400" dirty="0" smtClean="0"/>
              <a:t>SELECT </a:t>
            </a:r>
            <a:r>
              <a:rPr lang="en-US" altLang="en-US" sz="2400" dirty="0" err="1" smtClean="0"/>
              <a:t>vol_first</a:t>
            </a:r>
            <a:r>
              <a:rPr lang="en-US" altLang="en-US" sz="2400" dirty="0" smtClean="0"/>
              <a:t>, </a:t>
            </a:r>
            <a:r>
              <a:rPr lang="en-US" altLang="en-US" sz="2400" dirty="0" err="1" smtClean="0"/>
              <a:t>vol_last</a:t>
            </a:r>
            <a:r>
              <a:rPr lang="en-US" altLang="en-US" sz="2400" dirty="0" smtClean="0"/>
              <a:t>, </a:t>
            </a:r>
            <a:r>
              <a:rPr lang="en-US" altLang="en-US" sz="2400" dirty="0" err="1" smtClean="0"/>
              <a:t>vol_phone</a:t>
            </a:r>
            <a:r>
              <a:rPr lang="en-US" altLang="en-US" sz="2400" dirty="0" smtClean="0"/>
              <a:t>, ‘Volunteer’</a:t>
            </a:r>
          </a:p>
          <a:p>
            <a:pPr eaLnBrk="1" hangingPunct="1">
              <a:buFontTx/>
              <a:buNone/>
            </a:pPr>
            <a:r>
              <a:rPr lang="en-US" altLang="en-US" sz="2400" dirty="0" smtClean="0"/>
              <a:t>FROM volunteer</a:t>
            </a:r>
          </a:p>
          <a:p>
            <a:pPr eaLnBrk="1" hangingPunct="1">
              <a:buFontTx/>
              <a:buNone/>
            </a:pPr>
            <a:r>
              <a:rPr lang="en-US" altLang="en-US" sz="2400" dirty="0" smtClean="0"/>
              <a:t>ORDER BY 1;</a:t>
            </a:r>
          </a:p>
        </p:txBody>
      </p:sp>
      <p:sp>
        <p:nvSpPr>
          <p:cNvPr id="2" name="Rounded Rectangle 1"/>
          <p:cNvSpPr/>
          <p:nvPr/>
        </p:nvSpPr>
        <p:spPr>
          <a:xfrm>
            <a:off x="4953000" y="4191000"/>
            <a:ext cx="2438400" cy="1313561"/>
          </a:xfrm>
          <a:prstGeom prst="roundRect">
            <a:avLst/>
          </a:prstGeom>
          <a:solidFill>
            <a:srgbClr val="99FF6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The person’s Role is listed (Adopter or Volunteer)</a:t>
            </a:r>
            <a:endParaRPr lang="en-US" dirty="0">
              <a:solidFill>
                <a:schemeClr val="tx1"/>
              </a:solidFill>
            </a:endParaRPr>
          </a:p>
        </p:txBody>
      </p:sp>
      <p:pic>
        <p:nvPicPr>
          <p:cNvPr id="30723" name="Picture 3"/>
          <p:cNvPicPr>
            <a:picLocks noChangeAspect="1" noChangeArrowheads="1"/>
          </p:cNvPicPr>
          <p:nvPr/>
        </p:nvPicPr>
        <p:blipFill rotWithShape="1">
          <a:blip r:embed="rId2">
            <a:extLst>
              <a:ext uri="{28A0092B-C50C-407E-A947-70E740481C1C}">
                <a14:useLocalDpi xmlns:a14="http://schemas.microsoft.com/office/drawing/2010/main" val="0"/>
              </a:ext>
            </a:extLst>
          </a:blip>
          <a:srcRect l="9643" t="36570" r="71563" b="43490"/>
          <a:stretch/>
        </p:blipFill>
        <p:spPr bwMode="auto">
          <a:xfrm>
            <a:off x="797378" y="3541522"/>
            <a:ext cx="3727829" cy="31640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298462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4100">
                                            <p:txEl>
                                              <p:pRg st="0" end="0"/>
                                            </p:txEl>
                                          </p:spTgt>
                                        </p:tgtEl>
                                        <p:attrNameLst>
                                          <p:attrName>style.visibility</p:attrName>
                                        </p:attrNameLst>
                                      </p:cBhvr>
                                      <p:to>
                                        <p:strVal val="visible"/>
                                      </p:to>
                                    </p:set>
                                    <p:anim to="" calcmode="lin" valueType="num">
                                      <p:cBhvr>
                                        <p:cTn id="7" dur="1" fill="hold"/>
                                        <p:tgtEl>
                                          <p:spTgt spid="4100">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499"/>
                                          </p:stCondLst>
                                        </p:cTn>
                                        <p:tgtEl>
                                          <p:spTgt spid="4100">
                                            <p:txEl>
                                              <p:pRg st="1" end="1"/>
                                            </p:txEl>
                                          </p:spTgt>
                                        </p:tgtEl>
                                        <p:attrNameLst>
                                          <p:attrName>style.visibility</p:attrName>
                                        </p:attrNameLst>
                                      </p:cBhvr>
                                      <p:to>
                                        <p:strVal val="visible"/>
                                      </p:to>
                                    </p:set>
                                    <p:anim to="" calcmode="lin" valueType="num">
                                      <p:cBhvr>
                                        <p:cTn id="12" dur="1" fill="hold"/>
                                        <p:tgtEl>
                                          <p:spTgt spid="4100">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4100">
                                            <p:txEl>
                                              <p:pRg st="2" end="2"/>
                                            </p:txEl>
                                          </p:spTgt>
                                        </p:tgtEl>
                                        <p:attrNameLst>
                                          <p:attrName>style.visibility</p:attrName>
                                        </p:attrNameLst>
                                      </p:cBhvr>
                                      <p:to>
                                        <p:strVal val="visible"/>
                                      </p:to>
                                    </p:set>
                                    <p:anim to="" calcmode="lin" valueType="num">
                                      <p:cBhvr>
                                        <p:cTn id="17" dur="1" fill="hold"/>
                                        <p:tgtEl>
                                          <p:spTgt spid="4100">
                                            <p:txEl>
                                              <p:pRg st="2" end="2"/>
                                            </p:txEl>
                                          </p:spTgt>
                                        </p:tgtEl>
                                        <p:attrNameLst>
                                          <p:attrName/>
                                        </p:attrNameLst>
                                      </p:cBhvr>
                                    </p:anim>
                                  </p:childTnLst>
                                </p:cTn>
                              </p:par>
                            </p:childTnLst>
                          </p:cTn>
                        </p:par>
                      </p:childTnLst>
                    </p:cTn>
                  </p:par>
                  <p:par>
                    <p:cTn id="18" fill="hold">
                      <p:stCondLst>
                        <p:cond delay="indefinite"/>
                      </p:stCondLst>
                      <p:childTnLst>
                        <p:par>
                          <p:cTn id="19" fill="hold">
                            <p:stCondLst>
                              <p:cond delay="0"/>
                            </p:stCondLst>
                            <p:childTnLst>
                              <p:par>
                                <p:cTn id="20" presetID="24" presetClass="entr" presetSubtype="0" fill="hold" grpId="0" nodeType="clickEffect">
                                  <p:stCondLst>
                                    <p:cond delay="0"/>
                                  </p:stCondLst>
                                  <p:childTnLst>
                                    <p:set>
                                      <p:cBhvr>
                                        <p:cTn id="21" dur="1" fill="hold">
                                          <p:stCondLst>
                                            <p:cond delay="499"/>
                                          </p:stCondLst>
                                        </p:cTn>
                                        <p:tgtEl>
                                          <p:spTgt spid="4100">
                                            <p:txEl>
                                              <p:pRg st="3" end="3"/>
                                            </p:txEl>
                                          </p:spTgt>
                                        </p:tgtEl>
                                        <p:attrNameLst>
                                          <p:attrName>style.visibility</p:attrName>
                                        </p:attrNameLst>
                                      </p:cBhvr>
                                      <p:to>
                                        <p:strVal val="visible"/>
                                      </p:to>
                                    </p:set>
                                    <p:anim to="" calcmode="lin" valueType="num">
                                      <p:cBhvr>
                                        <p:cTn id="22" dur="1" fill="hold"/>
                                        <p:tgtEl>
                                          <p:spTgt spid="4100">
                                            <p:txEl>
                                              <p:pRg st="3" end="3"/>
                                            </p:txEl>
                                          </p:spTgt>
                                        </p:tgtEl>
                                        <p:attrNameLst>
                                          <p:attrName/>
                                        </p:attrNameLst>
                                      </p:cBhvr>
                                    </p:anim>
                                  </p:childTnLst>
                                </p:cTn>
                              </p:par>
                            </p:childTnLst>
                          </p:cTn>
                        </p:par>
                      </p:childTnLst>
                    </p:cTn>
                  </p:par>
                  <p:par>
                    <p:cTn id="23" fill="hold">
                      <p:stCondLst>
                        <p:cond delay="indefinite"/>
                      </p:stCondLst>
                      <p:childTnLst>
                        <p:par>
                          <p:cTn id="24" fill="hold">
                            <p:stCondLst>
                              <p:cond delay="0"/>
                            </p:stCondLst>
                            <p:childTnLst>
                              <p:par>
                                <p:cTn id="25" presetID="24" presetClass="entr" presetSubtype="0" fill="hold" grpId="0" nodeType="clickEffect">
                                  <p:stCondLst>
                                    <p:cond delay="0"/>
                                  </p:stCondLst>
                                  <p:childTnLst>
                                    <p:set>
                                      <p:cBhvr>
                                        <p:cTn id="26" dur="1" fill="hold">
                                          <p:stCondLst>
                                            <p:cond delay="499"/>
                                          </p:stCondLst>
                                        </p:cTn>
                                        <p:tgtEl>
                                          <p:spTgt spid="4100">
                                            <p:txEl>
                                              <p:pRg st="4" end="4"/>
                                            </p:txEl>
                                          </p:spTgt>
                                        </p:tgtEl>
                                        <p:attrNameLst>
                                          <p:attrName>style.visibility</p:attrName>
                                        </p:attrNameLst>
                                      </p:cBhvr>
                                      <p:to>
                                        <p:strVal val="visible"/>
                                      </p:to>
                                    </p:set>
                                    <p:anim to="" calcmode="lin" valueType="num">
                                      <p:cBhvr>
                                        <p:cTn id="27" dur="1" fill="hold"/>
                                        <p:tgtEl>
                                          <p:spTgt spid="4100">
                                            <p:txEl>
                                              <p:pRg st="4" end="4"/>
                                            </p:txEl>
                                          </p:spTgt>
                                        </p:tgtEl>
                                        <p:attrNameLst>
                                          <p:attrName/>
                                        </p:attrNameLst>
                                      </p:cBhvr>
                                    </p:anim>
                                  </p:childTnLst>
                                </p:cTn>
                              </p:par>
                            </p:childTnLst>
                          </p:cTn>
                        </p:par>
                      </p:childTnLst>
                    </p:cTn>
                  </p:par>
                  <p:par>
                    <p:cTn id="28" fill="hold">
                      <p:stCondLst>
                        <p:cond delay="indefinite"/>
                      </p:stCondLst>
                      <p:childTnLst>
                        <p:par>
                          <p:cTn id="29" fill="hold">
                            <p:stCondLst>
                              <p:cond delay="0"/>
                            </p:stCondLst>
                            <p:childTnLst>
                              <p:par>
                                <p:cTn id="30" presetID="24" presetClass="entr" presetSubtype="0" fill="hold" grpId="0" nodeType="clickEffect">
                                  <p:stCondLst>
                                    <p:cond delay="0"/>
                                  </p:stCondLst>
                                  <p:childTnLst>
                                    <p:set>
                                      <p:cBhvr>
                                        <p:cTn id="31" dur="1" fill="hold">
                                          <p:stCondLst>
                                            <p:cond delay="499"/>
                                          </p:stCondLst>
                                        </p:cTn>
                                        <p:tgtEl>
                                          <p:spTgt spid="4100">
                                            <p:txEl>
                                              <p:pRg st="5" end="5"/>
                                            </p:txEl>
                                          </p:spTgt>
                                        </p:tgtEl>
                                        <p:attrNameLst>
                                          <p:attrName>style.visibility</p:attrName>
                                        </p:attrNameLst>
                                      </p:cBhvr>
                                      <p:to>
                                        <p:strVal val="visible"/>
                                      </p:to>
                                    </p:set>
                                    <p:anim to="" calcmode="lin" valueType="num">
                                      <p:cBhvr>
                                        <p:cTn id="32" dur="1" fill="hold"/>
                                        <p:tgtEl>
                                          <p:spTgt spid="4100">
                                            <p:txEl>
                                              <p:pRg st="5" end="5"/>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0"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sz="4000" u="sng" smtClean="0">
                <a:solidFill>
                  <a:srgbClr val="063DE8"/>
                </a:solidFill>
              </a:rPr>
              <a:t>Data Manipulation Language (DML) for SQL:</a:t>
            </a:r>
          </a:p>
        </p:txBody>
      </p:sp>
      <p:sp>
        <p:nvSpPr>
          <p:cNvPr id="5123" name="Rectangle 3"/>
          <p:cNvSpPr>
            <a:spLocks noGrp="1" noChangeArrowheads="1"/>
          </p:cNvSpPr>
          <p:nvPr>
            <p:ph type="body" idx="1"/>
          </p:nvPr>
        </p:nvSpPr>
        <p:spPr/>
        <p:txBody>
          <a:bodyPr/>
          <a:lstStyle/>
          <a:p>
            <a:pPr eaLnBrk="1" hangingPunct="1"/>
            <a:r>
              <a:rPr lang="en-US" altLang="en-US" smtClean="0">
                <a:solidFill>
                  <a:schemeClr val="hlink"/>
                </a:solidFill>
              </a:rPr>
              <a:t>INSERT </a:t>
            </a:r>
          </a:p>
          <a:p>
            <a:pPr eaLnBrk="1" hangingPunct="1"/>
            <a:r>
              <a:rPr lang="en-US" altLang="en-US" smtClean="0">
                <a:solidFill>
                  <a:schemeClr val="hlink"/>
                </a:solidFill>
              </a:rPr>
              <a:t>UPDATE</a:t>
            </a:r>
          </a:p>
          <a:p>
            <a:pPr eaLnBrk="1" hangingPunct="1"/>
            <a:r>
              <a:rPr lang="en-US" altLang="en-US" smtClean="0">
                <a:solidFill>
                  <a:schemeClr val="hlink"/>
                </a:solidFill>
              </a:rPr>
              <a:t>DELETE</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4" presetClass="entr" presetSubtype="0" fill="hold" grpId="0" nodeType="clickEffect">
                                  <p:stCondLst>
                                    <p:cond delay="0"/>
                                  </p:stCondLst>
                                  <p:childTnLst>
                                    <p:set>
                                      <p:cBhvr>
                                        <p:cTn id="6" dur="1" fill="hold">
                                          <p:stCondLst>
                                            <p:cond delay="499"/>
                                          </p:stCondLst>
                                        </p:cTn>
                                        <p:tgtEl>
                                          <p:spTgt spid="5123">
                                            <p:txEl>
                                              <p:pRg st="0" end="0"/>
                                            </p:txEl>
                                          </p:spTgt>
                                        </p:tgtEl>
                                        <p:attrNameLst>
                                          <p:attrName>style.visibility</p:attrName>
                                        </p:attrNameLst>
                                      </p:cBhvr>
                                      <p:to>
                                        <p:strVal val="visible"/>
                                      </p:to>
                                    </p:set>
                                    <p:anim to="" calcmode="lin" valueType="num">
                                      <p:cBhvr>
                                        <p:cTn id="7" dur="1" fill="hold"/>
                                        <p:tgtEl>
                                          <p:spTgt spid="5123">
                                            <p:txEl>
                                              <p:pRg st="0" end="0"/>
                                            </p:txEl>
                                          </p:spTgt>
                                        </p:tgtEl>
                                        <p:attrNameLst>
                                          <p:attrName/>
                                        </p:attrNameLst>
                                      </p:cBhvr>
                                    </p:anim>
                                  </p:childTnLst>
                                </p:cTn>
                              </p:par>
                            </p:childTnLst>
                          </p:cTn>
                        </p:par>
                      </p:childTnLst>
                    </p:cTn>
                  </p:par>
                  <p:par>
                    <p:cTn id="8" fill="hold" nodeType="clickPar">
                      <p:stCondLst>
                        <p:cond delay="indefinite"/>
                      </p:stCondLst>
                      <p:childTnLst>
                        <p:par>
                          <p:cTn id="9" fill="hold" nodeType="withGroup">
                            <p:stCondLst>
                              <p:cond delay="0"/>
                            </p:stCondLst>
                            <p:childTnLst>
                              <p:par>
                                <p:cTn id="10" presetID="24" presetClass="entr" presetSubtype="0" fill="hold" grpId="0" nodeType="clickEffect">
                                  <p:stCondLst>
                                    <p:cond delay="0"/>
                                  </p:stCondLst>
                                  <p:childTnLst>
                                    <p:set>
                                      <p:cBhvr>
                                        <p:cTn id="11" dur="1" fill="hold">
                                          <p:stCondLst>
                                            <p:cond delay="499"/>
                                          </p:stCondLst>
                                        </p:cTn>
                                        <p:tgtEl>
                                          <p:spTgt spid="5123">
                                            <p:txEl>
                                              <p:pRg st="1" end="1"/>
                                            </p:txEl>
                                          </p:spTgt>
                                        </p:tgtEl>
                                        <p:attrNameLst>
                                          <p:attrName>style.visibility</p:attrName>
                                        </p:attrNameLst>
                                      </p:cBhvr>
                                      <p:to>
                                        <p:strVal val="visible"/>
                                      </p:to>
                                    </p:set>
                                    <p:anim to="" calcmode="lin" valueType="num">
                                      <p:cBhvr>
                                        <p:cTn id="12" dur="1" fill="hold"/>
                                        <p:tgtEl>
                                          <p:spTgt spid="5123">
                                            <p:txEl>
                                              <p:pRg st="1" end="1"/>
                                            </p:txEl>
                                          </p:spTgt>
                                        </p:tgtEl>
                                        <p:attrNameLst>
                                          <p:attrName/>
                                        </p:attrNameLst>
                                      </p:cBhvr>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4" presetClass="entr" presetSubtype="0" fill="hold" grpId="0" nodeType="clickEffect">
                                  <p:stCondLst>
                                    <p:cond delay="0"/>
                                  </p:stCondLst>
                                  <p:childTnLst>
                                    <p:set>
                                      <p:cBhvr>
                                        <p:cTn id="16" dur="1" fill="hold">
                                          <p:stCondLst>
                                            <p:cond delay="499"/>
                                          </p:stCondLst>
                                        </p:cTn>
                                        <p:tgtEl>
                                          <p:spTgt spid="5123">
                                            <p:txEl>
                                              <p:pRg st="2" end="2"/>
                                            </p:txEl>
                                          </p:spTgt>
                                        </p:tgtEl>
                                        <p:attrNameLst>
                                          <p:attrName>style.visibility</p:attrName>
                                        </p:attrNameLst>
                                      </p:cBhvr>
                                      <p:to>
                                        <p:strVal val="visible"/>
                                      </p:to>
                                    </p:set>
                                    <p:anim to="" calcmode="lin" valueType="num">
                                      <p:cBhvr>
                                        <p:cTn id="17" dur="1" fill="hold"/>
                                        <p:tgtEl>
                                          <p:spTgt spid="5123">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2478087"/>
          </a:xfrm>
        </p:spPr>
        <p:txBody>
          <a:bodyPr/>
          <a:lstStyle/>
          <a:p>
            <a:r>
              <a:rPr lang="en-US" altLang="en-US" sz="4000" b="1" dirty="0" smtClean="0">
                <a:solidFill>
                  <a:srgbClr val="FF0000"/>
                </a:solidFill>
                <a:latin typeface="Arial" panose="020B0604020202020204" pitchFamily="34" charset="0"/>
                <a:ea typeface="Times New Roman" panose="02020603050405020304" pitchFamily="18" charset="0"/>
                <a:cs typeface="Times New Roman" panose="02020603050405020304" pitchFamily="18" charset="0"/>
              </a:rPr>
              <a:t>In MySQL:  SAVE YOUR WORK!!!!</a:t>
            </a:r>
            <a:br>
              <a:rPr lang="en-US" altLang="en-US" sz="4000" b="1" dirty="0" smtClean="0">
                <a:solidFill>
                  <a:srgbClr val="FF0000"/>
                </a:solidFill>
                <a:latin typeface="Arial" panose="020B0604020202020204" pitchFamily="34" charset="0"/>
                <a:ea typeface="Times New Roman" panose="02020603050405020304" pitchFamily="18" charset="0"/>
                <a:cs typeface="Times New Roman" panose="02020603050405020304" pitchFamily="18" charset="0"/>
              </a:rPr>
            </a:br>
            <a:r>
              <a:rPr lang="en-US" altLang="en-US" sz="4000" b="1"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Go </a:t>
            </a:r>
            <a:r>
              <a:rPr lang="en-US" altLang="en-US" sz="40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to </a:t>
            </a:r>
            <a:r>
              <a:rPr lang="en-US" altLang="en-US" sz="4000" b="1" dirty="0">
                <a:solidFill>
                  <a:srgbClr val="0070C0"/>
                </a:solidFill>
                <a:latin typeface="Arial" panose="020B0604020202020204" pitchFamily="34" charset="0"/>
                <a:ea typeface="Times New Roman" panose="02020603050405020304" pitchFamily="18" charset="0"/>
                <a:cs typeface="Times New Roman" panose="02020603050405020304" pitchFamily="18" charset="0"/>
              </a:rPr>
              <a:t>Edit | Preferences | SQL Editor</a:t>
            </a:r>
            <a:r>
              <a:rPr lang="en-US" altLang="en-US" sz="4000" b="1" dirty="0">
                <a:solidFill>
                  <a:schemeClr val="tx1"/>
                </a:solidFill>
                <a:latin typeface="Arial" panose="020B0604020202020204" pitchFamily="34" charset="0"/>
                <a:ea typeface="Times New Roman" panose="02020603050405020304" pitchFamily="18" charset="0"/>
                <a:cs typeface="Times New Roman" panose="02020603050405020304" pitchFamily="18" charset="0"/>
              </a:rPr>
              <a:t>, and </a:t>
            </a:r>
            <a:r>
              <a:rPr lang="en-US" altLang="en-US" sz="4000" b="1" dirty="0">
                <a:solidFill>
                  <a:srgbClr val="0070C0"/>
                </a:solidFill>
                <a:latin typeface="Arial" panose="020B0604020202020204" pitchFamily="34" charset="0"/>
                <a:ea typeface="Times New Roman" panose="02020603050405020304" pitchFamily="18" charset="0"/>
                <a:cs typeface="Times New Roman" panose="02020603050405020304" pitchFamily="18" charset="0"/>
              </a:rPr>
              <a:t>un-check “Safe Updates</a:t>
            </a:r>
            <a:r>
              <a:rPr lang="en-US" altLang="en-US" sz="4000" b="1" dirty="0" smtClean="0">
                <a:solidFill>
                  <a:srgbClr val="0070C0"/>
                </a:solidFill>
                <a:latin typeface="Arial" panose="020B0604020202020204" pitchFamily="34" charset="0"/>
                <a:ea typeface="Times New Roman" panose="02020603050405020304" pitchFamily="18" charset="0"/>
                <a:cs typeface="Times New Roman" panose="02020603050405020304" pitchFamily="18" charset="0"/>
              </a:rPr>
              <a:t>”</a:t>
            </a:r>
            <a:r>
              <a:rPr lang="en-US" altLang="en-US" sz="4000" b="1" dirty="0" smtClean="0">
                <a:solidFill>
                  <a:schemeClr val="tx1"/>
                </a:solidFill>
                <a:latin typeface="Arial" panose="020B0604020202020204" pitchFamily="34" charset="0"/>
                <a:ea typeface="Times New Roman" panose="02020603050405020304" pitchFamily="18" charset="0"/>
                <a:cs typeface="Times New Roman" panose="02020603050405020304" pitchFamily="18" charset="0"/>
              </a:rPr>
              <a:t> at the bottom of the screen. Click OK</a:t>
            </a:r>
            <a:endParaRPr lang="en-US" sz="4000" dirty="0"/>
          </a:p>
        </p:txBody>
      </p:sp>
      <p:pic>
        <p:nvPicPr>
          <p:cNvPr id="7" name="Content Placeholder 6"/>
          <p:cNvPicPr>
            <a:picLocks noGrp="1" noChangeAspect="1"/>
          </p:cNvPicPr>
          <p:nvPr>
            <p:ph idx="1"/>
          </p:nvPr>
        </p:nvPicPr>
        <p:blipFill rotWithShape="1">
          <a:blip r:embed="rId2"/>
          <a:srcRect l="15907" t="85865"/>
          <a:stretch/>
        </p:blipFill>
        <p:spPr>
          <a:xfrm>
            <a:off x="189566" y="2915046"/>
            <a:ext cx="8802034" cy="1109663"/>
          </a:xfrm>
          <a:prstGeom prst="rect">
            <a:avLst/>
          </a:prstGeom>
        </p:spPr>
      </p:pic>
      <p:pic>
        <p:nvPicPr>
          <p:cNvPr id="17409" name="Picture 3"/>
          <p:cNvPicPr>
            <a:picLocks noChangeAspect="1" noChangeArrowheads="1"/>
          </p:cNvPicPr>
          <p:nvPr/>
        </p:nvPicPr>
        <p:blipFill>
          <a:blip r:embed="rId3">
            <a:extLst>
              <a:ext uri="{28A0092B-C50C-407E-A947-70E740481C1C}">
                <a14:useLocalDpi xmlns:a14="http://schemas.microsoft.com/office/drawing/2010/main" val="0"/>
              </a:ext>
            </a:extLst>
          </a:blip>
          <a:srcRect l="22284" t="6815" r="75150" b="89980"/>
          <a:stretch>
            <a:fillRect/>
          </a:stretch>
        </p:blipFill>
        <p:spPr bwMode="auto">
          <a:xfrm>
            <a:off x="0" y="2495550"/>
            <a:ext cx="257175" cy="25717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a:spLocks noChangeArrowheads="1"/>
          </p:cNvSpPr>
          <p:nvPr/>
        </p:nvSpPr>
        <p:spPr bwMode="auto">
          <a:xfrm>
            <a:off x="217275" y="4373472"/>
            <a:ext cx="842089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Then click:</a:t>
            </a:r>
            <a:br>
              <a:rPr kumimoji="0" lang="en-US" altLang="en-US" sz="3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br>
            <a:r>
              <a:rPr kumimoji="0" lang="en-US" altLang="en-US" sz="36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 </a:t>
            </a:r>
            <a:r>
              <a:rPr kumimoji="0" lang="en-US" altLang="en-US" sz="3600" b="1" i="0" u="none" strike="noStrike" cap="none" normalizeH="0" baseline="0" dirty="0" smtClean="0">
                <a:ln>
                  <a:noFill/>
                </a:ln>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rPr>
              <a:t>Database</a:t>
            </a:r>
            <a:r>
              <a:rPr kumimoji="0" lang="en-US" altLang="en-US" sz="3600" b="1" i="0" u="none" strike="noStrike" cap="none" normalizeH="0" dirty="0" smtClean="0">
                <a:ln>
                  <a:noFill/>
                </a:ln>
                <a:solidFill>
                  <a:srgbClr val="0070C0"/>
                </a:solidFill>
                <a:effectLst/>
                <a:latin typeface="Arial" panose="020B0604020202020204" pitchFamily="34" charset="0"/>
                <a:ea typeface="Times New Roman" panose="02020603050405020304" pitchFamily="18" charset="0"/>
                <a:cs typeface="Times New Roman" panose="02020603050405020304" pitchFamily="18" charset="0"/>
              </a:rPr>
              <a:t> | Connect to </a:t>
            </a:r>
            <a:r>
              <a:rPr lang="en-US" altLang="en-US" sz="3600" b="1" baseline="0" dirty="0" smtClean="0">
                <a:solidFill>
                  <a:srgbClr val="0070C0"/>
                </a:solidFill>
                <a:latin typeface="Arial" panose="020B0604020202020204" pitchFamily="34" charset="0"/>
                <a:cs typeface="Times New Roman" panose="02020603050405020304" pitchFamily="18" charset="0"/>
              </a:rPr>
              <a:t>Database</a:t>
            </a:r>
            <a:r>
              <a:rPr lang="en-US" altLang="en-US" sz="3600" b="1" dirty="0" smtClean="0">
                <a:solidFill>
                  <a:srgbClr val="0070C0"/>
                </a:solidFill>
                <a:latin typeface="Arial" panose="020B0604020202020204" pitchFamily="34" charset="0"/>
                <a:cs typeface="Times New Roman" panose="02020603050405020304" pitchFamily="18" charset="0"/>
              </a:rPr>
              <a:t> | OK</a:t>
            </a:r>
            <a:endParaRPr kumimoji="0" lang="en-US" altLang="en-US" sz="3600" b="0" i="0" u="none" strike="noStrike" cap="none" normalizeH="0" baseline="0" dirty="0" smtClean="0">
              <a:ln>
                <a:noFill/>
              </a:ln>
              <a:solidFill>
                <a:srgbClr val="0070C0"/>
              </a:solidFill>
              <a:effectLst/>
              <a:latin typeface="Arial" panose="020B0604020202020204" pitchFamily="34" charset="0"/>
            </a:endParaRPr>
          </a:p>
        </p:txBody>
      </p:sp>
      <p:sp>
        <p:nvSpPr>
          <p:cNvPr id="6" name="Rectangle 5"/>
          <p:cNvSpPr>
            <a:spLocks noChangeArrowheads="1"/>
          </p:cNvSpPr>
          <p:nvPr/>
        </p:nvSpPr>
        <p:spPr bwMode="auto">
          <a:xfrm>
            <a:off x="0" y="27527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ounded Rectangle 7"/>
          <p:cNvSpPr/>
          <p:nvPr/>
        </p:nvSpPr>
        <p:spPr>
          <a:xfrm>
            <a:off x="685800" y="2915046"/>
            <a:ext cx="685800" cy="590154"/>
          </a:xfrm>
          <a:prstGeom prst="round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19798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auto">
          <a:xfrm>
            <a:off x="1066800" y="1447800"/>
            <a:ext cx="6553200" cy="1905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11267" name="Rectangle 3"/>
          <p:cNvSpPr>
            <a:spLocks noGrp="1" noChangeArrowheads="1"/>
          </p:cNvSpPr>
          <p:nvPr>
            <p:ph type="title"/>
          </p:nvPr>
        </p:nvSpPr>
        <p:spPr/>
        <p:txBody>
          <a:bodyPr/>
          <a:lstStyle/>
          <a:p>
            <a:pPr eaLnBrk="1" hangingPunct="1"/>
            <a:r>
              <a:rPr lang="en-US" altLang="en-US" smtClean="0"/>
              <a:t>Syntax of INSERT statement:</a:t>
            </a:r>
          </a:p>
        </p:txBody>
      </p:sp>
      <p:sp>
        <p:nvSpPr>
          <p:cNvPr id="11268" name="Rectangle 4"/>
          <p:cNvSpPr>
            <a:spLocks noGrp="1" noChangeArrowheads="1"/>
          </p:cNvSpPr>
          <p:nvPr>
            <p:ph type="body" idx="1"/>
          </p:nvPr>
        </p:nvSpPr>
        <p:spPr>
          <a:xfrm>
            <a:off x="1371600" y="1600200"/>
            <a:ext cx="6858000" cy="4525963"/>
          </a:xfrm>
        </p:spPr>
        <p:txBody>
          <a:bodyPr/>
          <a:lstStyle/>
          <a:p>
            <a:pPr eaLnBrk="1" hangingPunct="1">
              <a:buFontTx/>
              <a:buNone/>
            </a:pPr>
            <a:r>
              <a:rPr lang="en-US" altLang="en-US" dirty="0" smtClean="0"/>
              <a:t>INSERT INTO  table (column1, column2, …)</a:t>
            </a:r>
          </a:p>
          <a:p>
            <a:pPr eaLnBrk="1" hangingPunct="1">
              <a:buFontTx/>
              <a:buNone/>
            </a:pPr>
            <a:r>
              <a:rPr lang="en-US" altLang="en-US" dirty="0" smtClean="0"/>
              <a:t>VALUES (value1, value2, …);</a:t>
            </a:r>
          </a:p>
          <a:p>
            <a:pPr eaLnBrk="1" hangingPunct="1">
              <a:buFontTx/>
              <a:buNone/>
            </a:pPr>
            <a:endParaRPr lang="en-US" altLang="en-US" dirty="0" smtClean="0"/>
          </a:p>
          <a:p>
            <a:pPr eaLnBrk="1" hangingPunct="1">
              <a:buFontTx/>
              <a:buNone/>
            </a:pPr>
            <a:r>
              <a:rPr lang="en-US" altLang="en-US" dirty="0" smtClean="0"/>
              <a:t>Example:</a:t>
            </a:r>
          </a:p>
          <a:p>
            <a:pPr eaLnBrk="1" hangingPunct="1">
              <a:buFontTx/>
              <a:buNone/>
            </a:pPr>
            <a:endParaRPr lang="en-US" altLang="en-US" dirty="0" smtClean="0"/>
          </a:p>
        </p:txBody>
      </p:sp>
      <p:sp>
        <p:nvSpPr>
          <p:cNvPr id="11269" name="Rectangle 5"/>
          <p:cNvSpPr>
            <a:spLocks noChangeArrowheads="1"/>
          </p:cNvSpPr>
          <p:nvPr/>
        </p:nvSpPr>
        <p:spPr bwMode="auto">
          <a:xfrm>
            <a:off x="695325" y="4495800"/>
            <a:ext cx="8077200" cy="138499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2800" b="1" dirty="0">
                <a:latin typeface="Tahoma" charset="0"/>
              </a:rPr>
              <a:t>INSERT INTO </a:t>
            </a:r>
            <a:r>
              <a:rPr lang="en-US" altLang="en-US" sz="2800" b="1" dirty="0" smtClean="0">
                <a:latin typeface="Tahoma" charset="0"/>
              </a:rPr>
              <a:t>Part (</a:t>
            </a:r>
            <a:r>
              <a:rPr lang="en-US" altLang="en-US" sz="2800" b="1" dirty="0" err="1" smtClean="0">
                <a:latin typeface="Tahoma" charset="0"/>
              </a:rPr>
              <a:t>PartID</a:t>
            </a:r>
            <a:r>
              <a:rPr lang="en-US" altLang="en-US" sz="2800" b="1" dirty="0" smtClean="0">
                <a:latin typeface="Tahoma" charset="0"/>
              </a:rPr>
              <a:t>, </a:t>
            </a:r>
            <a:r>
              <a:rPr lang="en-US" altLang="en-US" sz="2800" b="1" dirty="0" err="1" smtClean="0">
                <a:latin typeface="Tahoma" charset="0"/>
              </a:rPr>
              <a:t>Descr</a:t>
            </a:r>
            <a:r>
              <a:rPr lang="en-US" altLang="en-US" sz="2800" b="1" dirty="0" smtClean="0">
                <a:latin typeface="Tahoma" charset="0"/>
              </a:rPr>
              <a:t>, </a:t>
            </a:r>
            <a:r>
              <a:rPr lang="en-US" altLang="en-US" sz="2800" b="1" dirty="0" err="1" smtClean="0">
                <a:latin typeface="Tahoma" charset="0"/>
              </a:rPr>
              <a:t>Qty</a:t>
            </a:r>
            <a:r>
              <a:rPr lang="en-US" altLang="en-US" sz="2800" b="1" dirty="0" smtClean="0">
                <a:latin typeface="Tahoma" charset="0"/>
              </a:rPr>
              <a:t>, Class, Warehouse, Price)</a:t>
            </a:r>
            <a:endParaRPr lang="en-US" altLang="en-US" sz="2800" b="1" dirty="0">
              <a:latin typeface="Tahoma" charset="0"/>
            </a:endParaRPr>
          </a:p>
          <a:p>
            <a:pPr eaLnBrk="1" hangingPunct="1"/>
            <a:r>
              <a:rPr lang="en-US" altLang="en-US" sz="2800" b="1" dirty="0">
                <a:latin typeface="Tahoma" charset="0"/>
              </a:rPr>
              <a:t>VALUES ('LM83', 'Stove', 35, 'AP', 3, 625);</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Rectangle 3"/>
          <p:cNvSpPr>
            <a:spLocks noGrp="1" noChangeArrowheads="1"/>
          </p:cNvSpPr>
          <p:nvPr>
            <p:ph type="title"/>
          </p:nvPr>
        </p:nvSpPr>
        <p:spPr/>
        <p:txBody>
          <a:bodyPr/>
          <a:lstStyle/>
          <a:p>
            <a:pPr eaLnBrk="1" hangingPunct="1"/>
            <a:r>
              <a:rPr lang="en-US" altLang="en-US" dirty="0" smtClean="0"/>
              <a:t>Example of INSERT statement:</a:t>
            </a:r>
          </a:p>
        </p:txBody>
      </p:sp>
      <p:sp>
        <p:nvSpPr>
          <p:cNvPr id="11268" name="Rectangle 4"/>
          <p:cNvSpPr>
            <a:spLocks noGrp="1" noChangeArrowheads="1"/>
          </p:cNvSpPr>
          <p:nvPr>
            <p:ph type="body" idx="1"/>
          </p:nvPr>
        </p:nvSpPr>
        <p:spPr>
          <a:xfrm>
            <a:off x="76200" y="1600201"/>
            <a:ext cx="9067800" cy="1295400"/>
          </a:xfrm>
        </p:spPr>
        <p:txBody>
          <a:bodyPr/>
          <a:lstStyle/>
          <a:p>
            <a:pPr marL="0" indent="0" eaLnBrk="1" hangingPunct="1">
              <a:buNone/>
            </a:pPr>
            <a:r>
              <a:rPr lang="en-US" altLang="en-US" sz="2400" dirty="0" smtClean="0">
                <a:latin typeface="Tahoma" charset="0"/>
              </a:rPr>
              <a:t>INSERT INTO Part (</a:t>
            </a:r>
            <a:r>
              <a:rPr lang="en-US" altLang="en-US" sz="2400" dirty="0" err="1" smtClean="0">
                <a:solidFill>
                  <a:srgbClr val="FF0000"/>
                </a:solidFill>
                <a:latin typeface="Tahoma" charset="0"/>
              </a:rPr>
              <a:t>PartID</a:t>
            </a:r>
            <a:r>
              <a:rPr lang="en-US" altLang="en-US" sz="2400" dirty="0" smtClean="0">
                <a:latin typeface="Tahoma" charset="0"/>
              </a:rPr>
              <a:t>, </a:t>
            </a:r>
            <a:r>
              <a:rPr lang="en-US" altLang="en-US" sz="2400" dirty="0" err="1" smtClean="0">
                <a:solidFill>
                  <a:srgbClr val="0070C0"/>
                </a:solidFill>
                <a:latin typeface="Tahoma" charset="0"/>
              </a:rPr>
              <a:t>Descr</a:t>
            </a:r>
            <a:r>
              <a:rPr lang="en-US" altLang="en-US" sz="2400" dirty="0" smtClean="0">
                <a:latin typeface="Tahoma" charset="0"/>
              </a:rPr>
              <a:t>, </a:t>
            </a:r>
            <a:r>
              <a:rPr lang="en-US" altLang="en-US" sz="2400" dirty="0" err="1" smtClean="0">
                <a:solidFill>
                  <a:srgbClr val="00B050"/>
                </a:solidFill>
                <a:latin typeface="Tahoma" charset="0"/>
              </a:rPr>
              <a:t>Qty</a:t>
            </a:r>
            <a:r>
              <a:rPr lang="en-US" altLang="en-US" sz="2400" dirty="0" smtClean="0">
                <a:latin typeface="Tahoma" charset="0"/>
              </a:rPr>
              <a:t>, </a:t>
            </a:r>
            <a:r>
              <a:rPr lang="en-US" altLang="en-US" sz="2400" dirty="0" smtClean="0">
                <a:solidFill>
                  <a:srgbClr val="FFFF00"/>
                </a:solidFill>
                <a:latin typeface="Tahoma" charset="0"/>
              </a:rPr>
              <a:t>Class</a:t>
            </a:r>
            <a:r>
              <a:rPr lang="en-US" altLang="en-US" sz="2400" dirty="0" smtClean="0">
                <a:latin typeface="Tahoma" charset="0"/>
              </a:rPr>
              <a:t>, </a:t>
            </a:r>
            <a:r>
              <a:rPr lang="en-US" altLang="en-US" sz="2400" dirty="0" err="1" smtClean="0">
                <a:solidFill>
                  <a:srgbClr val="990099"/>
                </a:solidFill>
                <a:latin typeface="Tahoma" charset="0"/>
              </a:rPr>
              <a:t>Warehse</a:t>
            </a:r>
            <a:r>
              <a:rPr lang="en-US" altLang="en-US" sz="2400" dirty="0" smtClean="0">
                <a:latin typeface="Tahoma" charset="0"/>
              </a:rPr>
              <a:t>, </a:t>
            </a:r>
            <a:r>
              <a:rPr lang="en-US" altLang="en-US" sz="2400" dirty="0" smtClean="0">
                <a:solidFill>
                  <a:srgbClr val="FF3300"/>
                </a:solidFill>
                <a:latin typeface="Tahoma" charset="0"/>
              </a:rPr>
              <a:t>Price</a:t>
            </a:r>
            <a:r>
              <a:rPr lang="en-US" altLang="en-US" sz="2400" dirty="0" smtClean="0">
                <a:latin typeface="Tahoma" charset="0"/>
              </a:rPr>
              <a:t>)</a:t>
            </a:r>
          </a:p>
          <a:p>
            <a:pPr marL="0" indent="0" eaLnBrk="1" hangingPunct="1">
              <a:buNone/>
            </a:pPr>
            <a:r>
              <a:rPr lang="en-US" altLang="en-US" sz="2400" dirty="0" smtClean="0">
                <a:latin typeface="Tahoma" charset="0"/>
              </a:rPr>
              <a:t>              VALUES (</a:t>
            </a:r>
            <a:r>
              <a:rPr lang="en-US" altLang="en-US" sz="2400" dirty="0" smtClean="0">
                <a:solidFill>
                  <a:srgbClr val="FF0000"/>
                </a:solidFill>
                <a:latin typeface="Tahoma" charset="0"/>
              </a:rPr>
              <a:t>'LM83'</a:t>
            </a:r>
            <a:r>
              <a:rPr lang="en-US" altLang="en-US" sz="2400" dirty="0" smtClean="0">
                <a:latin typeface="Tahoma" charset="0"/>
              </a:rPr>
              <a:t>, </a:t>
            </a:r>
            <a:r>
              <a:rPr lang="en-US" altLang="en-US" sz="2400" dirty="0" smtClean="0">
                <a:solidFill>
                  <a:srgbClr val="0070C0"/>
                </a:solidFill>
                <a:latin typeface="Tahoma" charset="0"/>
              </a:rPr>
              <a:t>'Stove'</a:t>
            </a:r>
            <a:r>
              <a:rPr lang="en-US" altLang="en-US" sz="2400" dirty="0" smtClean="0">
                <a:latin typeface="Tahoma" charset="0"/>
              </a:rPr>
              <a:t>, </a:t>
            </a:r>
            <a:r>
              <a:rPr lang="en-US" altLang="en-US" sz="2400" dirty="0" smtClean="0">
                <a:solidFill>
                  <a:srgbClr val="00B050"/>
                </a:solidFill>
                <a:latin typeface="Tahoma" charset="0"/>
              </a:rPr>
              <a:t>35</a:t>
            </a:r>
            <a:r>
              <a:rPr lang="en-US" altLang="en-US" sz="2400" dirty="0" smtClean="0">
                <a:latin typeface="Tahoma" charset="0"/>
              </a:rPr>
              <a:t>,   </a:t>
            </a:r>
            <a:r>
              <a:rPr lang="en-US" altLang="en-US" sz="2400" dirty="0" smtClean="0">
                <a:solidFill>
                  <a:srgbClr val="FFFF00"/>
                </a:solidFill>
                <a:latin typeface="Tahoma" charset="0"/>
              </a:rPr>
              <a:t>'AP'</a:t>
            </a:r>
            <a:r>
              <a:rPr lang="en-US" altLang="en-US" sz="2400" dirty="0" smtClean="0">
                <a:latin typeface="Tahoma" charset="0"/>
              </a:rPr>
              <a:t>,      </a:t>
            </a:r>
            <a:r>
              <a:rPr lang="en-US" altLang="en-US" sz="2400" dirty="0" smtClean="0">
                <a:solidFill>
                  <a:srgbClr val="990099"/>
                </a:solidFill>
                <a:latin typeface="Tahoma" charset="0"/>
              </a:rPr>
              <a:t>3</a:t>
            </a:r>
            <a:r>
              <a:rPr lang="en-US" altLang="en-US" sz="2400" dirty="0" smtClean="0">
                <a:latin typeface="Tahoma" charset="0"/>
              </a:rPr>
              <a:t>,        </a:t>
            </a:r>
            <a:r>
              <a:rPr lang="en-US" altLang="en-US" sz="2400" dirty="0" smtClean="0">
                <a:solidFill>
                  <a:srgbClr val="FF3300"/>
                </a:solidFill>
                <a:latin typeface="Tahoma" charset="0"/>
              </a:rPr>
              <a:t>625</a:t>
            </a:r>
            <a:r>
              <a:rPr lang="en-US" altLang="en-US" sz="2400" dirty="0" smtClean="0">
                <a:latin typeface="Tahoma" charset="0"/>
              </a:rPr>
              <a:t>);</a:t>
            </a:r>
          </a:p>
          <a:p>
            <a:pPr eaLnBrk="1" hangingPunct="1">
              <a:buFontTx/>
              <a:buNone/>
            </a:pPr>
            <a:endParaRPr lang="en-US" altLang="en-US" sz="2400" dirty="0" smtClean="0"/>
          </a:p>
          <a:p>
            <a:pPr eaLnBrk="1" hangingPunct="1">
              <a:buFontTx/>
              <a:buNone/>
            </a:pPr>
            <a:endParaRPr lang="en-US" altLang="en-US" dirty="0" smtClean="0"/>
          </a:p>
        </p:txBody>
      </p:sp>
    </p:spTree>
    <p:extLst>
      <p:ext uri="{BB962C8B-B14F-4D97-AF65-F5344CB8AC3E}">
        <p14:creationId xmlns:p14="http://schemas.microsoft.com/office/powerpoint/2010/main" val="42039530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Insert a new record into </a:t>
            </a:r>
            <a:r>
              <a:rPr lang="en-US" dirty="0" err="1" smtClean="0"/>
              <a:t>Wishlist</a:t>
            </a:r>
            <a:endParaRPr lang="en-US" dirty="0"/>
          </a:p>
        </p:txBody>
      </p:sp>
      <p:pic>
        <p:nvPicPr>
          <p:cNvPr id="4" name="Content Placeholder 3"/>
          <p:cNvPicPr>
            <a:picLocks noGrp="1"/>
          </p:cNvPicPr>
          <p:nvPr>
            <p:ph idx="1"/>
          </p:nvPr>
        </p:nvPicPr>
        <p:blipFill rotWithShape="1">
          <a:blip r:embed="rId2"/>
          <a:srcRect l="55058" t="20111" r="8816" b="34542"/>
          <a:stretch/>
        </p:blipFill>
        <p:spPr bwMode="auto">
          <a:xfrm>
            <a:off x="1447800" y="1143000"/>
            <a:ext cx="3581400" cy="3200400"/>
          </a:xfrm>
          <a:prstGeom prst="rect">
            <a:avLst/>
          </a:prstGeom>
          <a:ln>
            <a:noFill/>
          </a:ln>
          <a:extLst>
            <a:ext uri="{53640926-AAD7-44D8-BBD7-CCE9431645EC}">
              <a14:shadowObscured xmlns:a14="http://schemas.microsoft.com/office/drawing/2010/main"/>
            </a:ext>
          </a:extLst>
        </p:spPr>
      </p:pic>
      <p:sp>
        <p:nvSpPr>
          <p:cNvPr id="5" name="TextBox 4"/>
          <p:cNvSpPr txBox="1"/>
          <p:nvPr/>
        </p:nvSpPr>
        <p:spPr>
          <a:xfrm>
            <a:off x="209619" y="4754562"/>
            <a:ext cx="8724761" cy="830997"/>
          </a:xfrm>
          <a:prstGeom prst="rect">
            <a:avLst/>
          </a:prstGeom>
          <a:noFill/>
        </p:spPr>
        <p:txBody>
          <a:bodyPr wrap="none" rtlCol="0">
            <a:spAutoFit/>
          </a:bodyPr>
          <a:lstStyle/>
          <a:p>
            <a:r>
              <a:rPr lang="en-US" sz="2400" dirty="0" smtClean="0"/>
              <a:t>INSERT INTO </a:t>
            </a:r>
            <a:r>
              <a:rPr lang="en-US" sz="2400" dirty="0" err="1" smtClean="0"/>
              <a:t>wishlist</a:t>
            </a:r>
            <a:r>
              <a:rPr lang="en-US" sz="2400" dirty="0" smtClean="0"/>
              <a:t> (</a:t>
            </a:r>
            <a:r>
              <a:rPr lang="en-US" sz="2400" dirty="0" err="1" smtClean="0"/>
              <a:t>Wish_ID</a:t>
            </a:r>
            <a:r>
              <a:rPr lang="en-US" sz="2400" dirty="0" smtClean="0"/>
              <a:t>, </a:t>
            </a:r>
            <a:r>
              <a:rPr lang="en-US" sz="2400" dirty="0" err="1" smtClean="0"/>
              <a:t>desired_breed</a:t>
            </a:r>
            <a:r>
              <a:rPr lang="en-US" sz="2400" dirty="0" smtClean="0"/>
              <a:t>, </a:t>
            </a:r>
            <a:r>
              <a:rPr lang="en-US" sz="2400" dirty="0" err="1" smtClean="0"/>
              <a:t>desired_age</a:t>
            </a:r>
            <a:r>
              <a:rPr lang="en-US" sz="2400" dirty="0" smtClean="0"/>
              <a:t>, </a:t>
            </a:r>
          </a:p>
          <a:p>
            <a:r>
              <a:rPr lang="en-US" sz="2400" dirty="0" err="1" smtClean="0"/>
              <a:t>desired_gender</a:t>
            </a:r>
            <a:r>
              <a:rPr lang="en-US" sz="2400" dirty="0" smtClean="0"/>
              <a:t>, </a:t>
            </a:r>
            <a:r>
              <a:rPr lang="en-US" sz="2400" dirty="0" err="1" smtClean="0"/>
              <a:t>Adopter_id</a:t>
            </a:r>
            <a:r>
              <a:rPr lang="en-US" sz="2400" dirty="0" smtClean="0"/>
              <a:t>) VALUES ( 19, 12,  1, ‘f’, 35 );</a:t>
            </a:r>
            <a:endParaRPr lang="en-US" sz="2400" dirty="0"/>
          </a:p>
        </p:txBody>
      </p:sp>
      <p:sp>
        <p:nvSpPr>
          <p:cNvPr id="6" name="TextBox 5"/>
          <p:cNvSpPr txBox="1"/>
          <p:nvPr/>
        </p:nvSpPr>
        <p:spPr>
          <a:xfrm>
            <a:off x="5486400" y="1828800"/>
            <a:ext cx="3570273" cy="646331"/>
          </a:xfrm>
          <a:prstGeom prst="rect">
            <a:avLst/>
          </a:prstGeom>
          <a:noFill/>
        </p:spPr>
        <p:txBody>
          <a:bodyPr wrap="none" rtlCol="0">
            <a:spAutoFit/>
          </a:bodyPr>
          <a:lstStyle/>
          <a:p>
            <a:r>
              <a:rPr lang="en-US" dirty="0" smtClean="0"/>
              <a:t>Terry </a:t>
            </a:r>
            <a:r>
              <a:rPr lang="en-US" dirty="0" err="1" smtClean="0"/>
              <a:t>Cohenn</a:t>
            </a:r>
            <a:r>
              <a:rPr lang="en-US" dirty="0" smtClean="0"/>
              <a:t> wishes for a 1 year</a:t>
            </a:r>
          </a:p>
          <a:p>
            <a:r>
              <a:rPr lang="en-US" dirty="0" smtClean="0"/>
              <a:t>Old Female Border Collie</a:t>
            </a:r>
            <a:endParaRPr lang="en-US" dirty="0"/>
          </a:p>
        </p:txBody>
      </p:sp>
    </p:spTree>
    <p:extLst>
      <p:ext uri="{BB962C8B-B14F-4D97-AF65-F5344CB8AC3E}">
        <p14:creationId xmlns:p14="http://schemas.microsoft.com/office/powerpoint/2010/main" val="38659196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1066800" y="1905000"/>
            <a:ext cx="5562600" cy="1905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12291" name="Rectangle 3"/>
          <p:cNvSpPr>
            <a:spLocks noGrp="1" noChangeArrowheads="1"/>
          </p:cNvSpPr>
          <p:nvPr>
            <p:ph type="title"/>
          </p:nvPr>
        </p:nvSpPr>
        <p:spPr/>
        <p:txBody>
          <a:bodyPr/>
          <a:lstStyle/>
          <a:p>
            <a:pPr eaLnBrk="1" hangingPunct="1"/>
            <a:r>
              <a:rPr lang="en-US" altLang="en-US" smtClean="0"/>
              <a:t>Syntax of UPDATE statement:</a:t>
            </a:r>
          </a:p>
        </p:txBody>
      </p:sp>
      <p:sp>
        <p:nvSpPr>
          <p:cNvPr id="12292" name="Rectangle 4"/>
          <p:cNvSpPr>
            <a:spLocks noGrp="1" noChangeArrowheads="1"/>
          </p:cNvSpPr>
          <p:nvPr>
            <p:ph type="body" idx="1"/>
          </p:nvPr>
        </p:nvSpPr>
        <p:spPr>
          <a:xfrm>
            <a:off x="1600200" y="1905000"/>
            <a:ext cx="5715000" cy="2362200"/>
          </a:xfrm>
        </p:spPr>
        <p:txBody>
          <a:bodyPr/>
          <a:lstStyle/>
          <a:p>
            <a:pPr eaLnBrk="1" hangingPunct="1">
              <a:buFontTx/>
              <a:buNone/>
            </a:pPr>
            <a:r>
              <a:rPr lang="en-US" altLang="en-US" smtClean="0"/>
              <a:t>UPDATE table</a:t>
            </a:r>
          </a:p>
          <a:p>
            <a:pPr eaLnBrk="1" hangingPunct="1">
              <a:buFontTx/>
              <a:buNone/>
            </a:pPr>
            <a:r>
              <a:rPr lang="en-US" altLang="en-US" smtClean="0"/>
              <a:t>SET column = new_value</a:t>
            </a:r>
          </a:p>
          <a:p>
            <a:pPr eaLnBrk="1" hangingPunct="1">
              <a:buFontTx/>
              <a:buNone/>
            </a:pPr>
            <a:r>
              <a:rPr lang="en-US" altLang="en-US" smtClean="0"/>
              <a:t>[WHERE criteria];</a:t>
            </a:r>
          </a:p>
          <a:p>
            <a:pPr eaLnBrk="1" hangingPunct="1">
              <a:buFontTx/>
              <a:buNone/>
            </a:pPr>
            <a:endParaRPr lang="en-US" altLang="en-US" smtClean="0"/>
          </a:p>
        </p:txBody>
      </p:sp>
      <p:sp>
        <p:nvSpPr>
          <p:cNvPr id="12293" name="Rectangle 5"/>
          <p:cNvSpPr>
            <a:spLocks noChangeArrowheads="1"/>
          </p:cNvSpPr>
          <p:nvPr/>
        </p:nvSpPr>
        <p:spPr bwMode="auto">
          <a:xfrm>
            <a:off x="1447800" y="4214813"/>
            <a:ext cx="6649577" cy="138499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spcBef>
                <a:spcPct val="20000"/>
              </a:spcBef>
              <a:buClr>
                <a:schemeClr val="folHlink"/>
              </a:buClr>
              <a:buSzPct val="60000"/>
              <a:buFont typeface="Wingdings" pitchFamily="2" charset="2"/>
              <a:buNone/>
            </a:pPr>
            <a:r>
              <a:rPr lang="en-US" altLang="en-US" sz="2800" b="1" dirty="0">
                <a:latin typeface="Tahoma" charset="0"/>
              </a:rPr>
              <a:t>UPDATE </a:t>
            </a:r>
            <a:r>
              <a:rPr lang="en-US" altLang="en-US" sz="2800" b="1" dirty="0" smtClean="0">
                <a:latin typeface="Tahoma" charset="0"/>
              </a:rPr>
              <a:t>adopter</a:t>
            </a:r>
            <a:r>
              <a:rPr lang="en-US" altLang="en-US" sz="2800" b="1" dirty="0">
                <a:latin typeface="Tahoma" charset="0"/>
              </a:rPr>
              <a:t/>
            </a:r>
            <a:br>
              <a:rPr lang="en-US" altLang="en-US" sz="2800" b="1" dirty="0">
                <a:latin typeface="Tahoma" charset="0"/>
              </a:rPr>
            </a:br>
            <a:r>
              <a:rPr lang="en-US" altLang="en-US" sz="2800" b="1" dirty="0">
                <a:latin typeface="Tahoma" charset="0"/>
              </a:rPr>
              <a:t>SET </a:t>
            </a:r>
            <a:r>
              <a:rPr lang="en-US" altLang="en-US" sz="2800" b="1" dirty="0" err="1" smtClean="0">
                <a:latin typeface="Tahoma" charset="0"/>
              </a:rPr>
              <a:t>adopter_zip</a:t>
            </a:r>
            <a:r>
              <a:rPr lang="en-US" altLang="en-US" sz="2800" b="1" dirty="0" smtClean="0">
                <a:latin typeface="Tahoma" charset="0"/>
              </a:rPr>
              <a:t> </a:t>
            </a:r>
            <a:r>
              <a:rPr lang="en-US" altLang="en-US" sz="2800" b="1" dirty="0">
                <a:latin typeface="Tahoma" charset="0"/>
              </a:rPr>
              <a:t>= </a:t>
            </a:r>
            <a:r>
              <a:rPr lang="en-US" altLang="en-US" sz="2800" b="1" dirty="0" smtClean="0">
                <a:latin typeface="Tahoma" charset="0"/>
              </a:rPr>
              <a:t>30022</a:t>
            </a:r>
            <a:r>
              <a:rPr lang="en-US" altLang="en-US" sz="2800" b="1" dirty="0">
                <a:latin typeface="Tahoma" charset="0"/>
              </a:rPr>
              <a:t/>
            </a:r>
            <a:br>
              <a:rPr lang="en-US" altLang="en-US" sz="2800" b="1" dirty="0">
                <a:latin typeface="Tahoma" charset="0"/>
              </a:rPr>
            </a:br>
            <a:r>
              <a:rPr lang="en-US" altLang="en-US" sz="2800" b="1" dirty="0" smtClean="0">
                <a:latin typeface="Tahoma" charset="0"/>
              </a:rPr>
              <a:t>WHERE  </a:t>
            </a:r>
            <a:r>
              <a:rPr lang="en-US" altLang="en-US" sz="2800" b="1" dirty="0" err="1" smtClean="0">
                <a:latin typeface="Tahoma" charset="0"/>
              </a:rPr>
              <a:t>adopter_city</a:t>
            </a:r>
            <a:r>
              <a:rPr lang="en-US" altLang="en-US" sz="2800" b="1" dirty="0" smtClean="0">
                <a:latin typeface="Tahoma" charset="0"/>
              </a:rPr>
              <a:t> = </a:t>
            </a:r>
            <a:r>
              <a:rPr lang="en-US" altLang="en-US" sz="2800" b="1" dirty="0" smtClean="0">
                <a:latin typeface="Tahoma" charset="0"/>
              </a:rPr>
              <a:t>‘Columbus’;</a:t>
            </a:r>
            <a:endParaRPr lang="en-US" altLang="en-US" sz="2800" b="1" dirty="0">
              <a:latin typeface="Tahoma"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1066800" y="1905000"/>
            <a:ext cx="5562600" cy="1905000"/>
          </a:xfrm>
          <a:prstGeom prst="rect">
            <a:avLst/>
          </a:prstGeom>
          <a:solidFill>
            <a:schemeClr val="accent1"/>
          </a:solidFill>
          <a:ln w="9525">
            <a:solidFill>
              <a:schemeClr val="tx1"/>
            </a:solidFill>
            <a:miter lim="800000"/>
            <a:headEnd/>
            <a:tailEnd/>
          </a:ln>
        </p:spPr>
        <p:txBody>
          <a:bodyPr wrap="none" anchor="ct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endParaRPr lang="en-US" altLang="en-US"/>
          </a:p>
        </p:txBody>
      </p:sp>
      <p:sp>
        <p:nvSpPr>
          <p:cNvPr id="13315" name="Rectangle 3"/>
          <p:cNvSpPr>
            <a:spLocks noGrp="1" noChangeArrowheads="1"/>
          </p:cNvSpPr>
          <p:nvPr>
            <p:ph type="title"/>
          </p:nvPr>
        </p:nvSpPr>
        <p:spPr/>
        <p:txBody>
          <a:bodyPr/>
          <a:lstStyle/>
          <a:p>
            <a:pPr eaLnBrk="1" hangingPunct="1"/>
            <a:r>
              <a:rPr lang="en-US" altLang="en-US" smtClean="0"/>
              <a:t>Syntax of DELETE statement:</a:t>
            </a:r>
          </a:p>
        </p:txBody>
      </p:sp>
      <p:sp>
        <p:nvSpPr>
          <p:cNvPr id="13316" name="Rectangle 4"/>
          <p:cNvSpPr>
            <a:spLocks noGrp="1" noChangeArrowheads="1"/>
          </p:cNvSpPr>
          <p:nvPr>
            <p:ph type="body" idx="1"/>
          </p:nvPr>
        </p:nvSpPr>
        <p:spPr>
          <a:xfrm>
            <a:off x="1447800" y="2057400"/>
            <a:ext cx="6172200" cy="1600200"/>
          </a:xfrm>
        </p:spPr>
        <p:txBody>
          <a:bodyPr/>
          <a:lstStyle/>
          <a:p>
            <a:pPr eaLnBrk="1" hangingPunct="1">
              <a:buFontTx/>
              <a:buNone/>
            </a:pPr>
            <a:r>
              <a:rPr lang="en-US" altLang="en-US" smtClean="0"/>
              <a:t>DELETE FROM table</a:t>
            </a:r>
          </a:p>
          <a:p>
            <a:pPr eaLnBrk="1" hangingPunct="1">
              <a:buFontTx/>
              <a:buNone/>
            </a:pPr>
            <a:r>
              <a:rPr lang="en-US" altLang="en-US" smtClean="0"/>
              <a:t>[WHERE criteria];</a:t>
            </a:r>
          </a:p>
          <a:p>
            <a:pPr eaLnBrk="1" hangingPunct="1">
              <a:buFontTx/>
              <a:buNone/>
            </a:pPr>
            <a:endParaRPr lang="en-US" altLang="en-US" smtClean="0"/>
          </a:p>
        </p:txBody>
      </p:sp>
      <p:sp>
        <p:nvSpPr>
          <p:cNvPr id="13317" name="Rectangle 5"/>
          <p:cNvSpPr>
            <a:spLocks noChangeArrowheads="1"/>
          </p:cNvSpPr>
          <p:nvPr/>
        </p:nvSpPr>
        <p:spPr bwMode="auto">
          <a:xfrm>
            <a:off x="1295400" y="4343400"/>
            <a:ext cx="5715000" cy="955675"/>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altLang="en-US" sz="2800" b="1" dirty="0">
                <a:latin typeface="Tahoma" charset="0"/>
              </a:rPr>
              <a:t>DELETE FROM </a:t>
            </a:r>
            <a:r>
              <a:rPr lang="en-US" altLang="en-US" sz="2800" b="1" dirty="0" err="1" smtClean="0">
                <a:latin typeface="Tahoma" charset="0"/>
              </a:rPr>
              <a:t>Wishlist</a:t>
            </a:r>
            <a:endParaRPr lang="en-US" altLang="en-US" sz="2800" b="1" dirty="0">
              <a:latin typeface="Tahoma" charset="0"/>
            </a:endParaRPr>
          </a:p>
          <a:p>
            <a:pPr eaLnBrk="1" hangingPunct="1"/>
            <a:r>
              <a:rPr lang="en-US" altLang="en-US" sz="2800" b="1" dirty="0">
                <a:latin typeface="Tahoma" charset="0"/>
              </a:rPr>
              <a:t>WHERE </a:t>
            </a:r>
            <a:r>
              <a:rPr lang="en-US" altLang="en-US" sz="2800" b="1" dirty="0" err="1">
                <a:latin typeface="Tahoma" charset="0"/>
              </a:rPr>
              <a:t>adopter_id</a:t>
            </a:r>
            <a:r>
              <a:rPr lang="en-US" altLang="en-US" sz="2800" b="1" dirty="0">
                <a:latin typeface="Tahoma" charset="0"/>
              </a:rPr>
              <a:t> = 21;</a:t>
            </a:r>
            <a:endParaRPr lang="en-US" altLang="en-US" sz="2800" b="1" dirty="0">
              <a:latin typeface="Tahoma"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p:txBody>
          <a:bodyPr/>
          <a:lstStyle/>
          <a:p>
            <a:pPr eaLnBrk="1" hangingPunct="1"/>
            <a:r>
              <a:rPr lang="en-US" altLang="en-US" smtClean="0"/>
              <a:t>SQL, Part II Homework:</a:t>
            </a:r>
          </a:p>
        </p:txBody>
      </p:sp>
      <p:sp>
        <p:nvSpPr>
          <p:cNvPr id="14339" name="Content Placeholder 2"/>
          <p:cNvSpPr>
            <a:spLocks noGrp="1"/>
          </p:cNvSpPr>
          <p:nvPr>
            <p:ph idx="1"/>
          </p:nvPr>
        </p:nvSpPr>
        <p:spPr/>
        <p:txBody>
          <a:bodyPr/>
          <a:lstStyle/>
          <a:p>
            <a:pPr eaLnBrk="1" hangingPunct="1"/>
            <a:r>
              <a:rPr lang="en-US" altLang="en-US" dirty="0" smtClean="0"/>
              <a:t>See SQL 2 Homework in D2L</a:t>
            </a:r>
          </a:p>
          <a:p>
            <a:pPr eaLnBrk="1" hangingPunct="1"/>
            <a:endParaRPr lang="en-US" altLang="en-US"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3541</TotalTime>
  <Words>593</Words>
  <Application>Microsoft Office PowerPoint</Application>
  <PresentationFormat>On-screen Show (4:3)</PresentationFormat>
  <Paragraphs>94</Paragraphs>
  <Slides>16</Slides>
  <Notes>2</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16</vt:i4>
      </vt:variant>
    </vt:vector>
  </HeadingPairs>
  <TitlesOfParts>
    <vt:vector size="25" baseType="lpstr">
      <vt:lpstr>Arial</vt:lpstr>
      <vt:lpstr>Calibri</vt:lpstr>
      <vt:lpstr>Courier New</vt:lpstr>
      <vt:lpstr>Tahoma</vt:lpstr>
      <vt:lpstr>Times</vt:lpstr>
      <vt:lpstr>Times New Roman</vt:lpstr>
      <vt:lpstr>Wingdings</vt:lpstr>
      <vt:lpstr>Default Design</vt:lpstr>
      <vt:lpstr>Document</vt:lpstr>
      <vt:lpstr>SQL Part 2</vt:lpstr>
      <vt:lpstr>Set Operators</vt:lpstr>
      <vt:lpstr>UNION Operator</vt:lpstr>
      <vt:lpstr>UNION </vt:lpstr>
      <vt:lpstr>PowerPoint Presentation</vt:lpstr>
      <vt:lpstr>PowerPoint Presentation</vt:lpstr>
      <vt:lpstr>PowerPoint Presentation</vt:lpstr>
      <vt:lpstr>PowerPoint Presentation</vt:lpstr>
      <vt:lpstr>Data Manipulation Language (DML) for SQL:</vt:lpstr>
      <vt:lpstr>In MySQL:  SAVE YOUR WORK!!!! Go to Edit | Preferences | SQL Editor, and un-check “Safe Updates” at the bottom of the screen. Click OK</vt:lpstr>
      <vt:lpstr>Syntax of INSERT statement:</vt:lpstr>
      <vt:lpstr>Example of INSERT statement:</vt:lpstr>
      <vt:lpstr>Insert a new record into Wishlist</vt:lpstr>
      <vt:lpstr>Syntax of UPDATE statement:</vt:lpstr>
      <vt:lpstr>Syntax of DELETE statement:</vt:lpstr>
      <vt:lpstr>SQL, Part II Homework: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Continued</dc:title>
  <dc:creator>cis</dc:creator>
  <cp:lastModifiedBy>Lissa Pollacia</cp:lastModifiedBy>
  <cp:revision>36</cp:revision>
  <dcterms:created xsi:type="dcterms:W3CDTF">2007-02-01T16:45:47Z</dcterms:created>
  <dcterms:modified xsi:type="dcterms:W3CDTF">2017-02-24T15:52:55Z</dcterms:modified>
</cp:coreProperties>
</file>